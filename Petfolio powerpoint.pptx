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24.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3.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Lst>
  <p:sldSz cy="6858000" cx="12192000"/>
  <p:notesSz cx="6858000" cy="9144000"/>
  <p:embeddedFontLst>
    <p:embeddedFont>
      <p:font typeface="Lato"/>
      <p:regular r:id="rId29"/>
      <p:bold r:id="rId30"/>
      <p:italic r:id="rId31"/>
      <p:boldItalic r:id="rId32"/>
    </p:embeddedFont>
    <p:embeddedFont>
      <p:font typeface="Century Gothic"/>
      <p:regular r:id="rId33"/>
      <p:bold r:id="rId34"/>
      <p:italic r:id="rId35"/>
      <p:boldItalic r:id="rId3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37" roundtripDataSignature="AMtx7mjtFbgH64q2OWJuoqx8RmbQlaPXT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6.xml"/><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slide" Target="slides/slide20.xml"/><Relationship Id="rId23" Type="http://schemas.openxmlformats.org/officeDocument/2006/relationships/slide" Target="slides/slide19.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slide" Target="slides/slide22.xml"/><Relationship Id="rId25" Type="http://schemas.openxmlformats.org/officeDocument/2006/relationships/slide" Target="slides/slide21.xml"/><Relationship Id="rId28" Type="http://schemas.openxmlformats.org/officeDocument/2006/relationships/slide" Target="slides/slide24.xml"/><Relationship Id="rId27" Type="http://schemas.openxmlformats.org/officeDocument/2006/relationships/slide" Target="slides/slide23.xml"/><Relationship Id="rId5" Type="http://schemas.openxmlformats.org/officeDocument/2006/relationships/slide" Target="slides/slide1.xml"/><Relationship Id="rId6" Type="http://schemas.openxmlformats.org/officeDocument/2006/relationships/slide" Target="slides/slide2.xml"/><Relationship Id="rId29" Type="http://schemas.openxmlformats.org/officeDocument/2006/relationships/font" Target="fonts/Lato-regular.fntdata"/><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font" Target="fonts/Lato-italic.fntdata"/><Relationship Id="rId30" Type="http://schemas.openxmlformats.org/officeDocument/2006/relationships/font" Target="fonts/Lato-bold.fntdata"/><Relationship Id="rId11" Type="http://schemas.openxmlformats.org/officeDocument/2006/relationships/slide" Target="slides/slide7.xml"/><Relationship Id="rId33" Type="http://schemas.openxmlformats.org/officeDocument/2006/relationships/font" Target="fonts/CenturyGothic-regular.fntdata"/><Relationship Id="rId10" Type="http://schemas.openxmlformats.org/officeDocument/2006/relationships/slide" Target="slides/slide6.xml"/><Relationship Id="rId32" Type="http://schemas.openxmlformats.org/officeDocument/2006/relationships/font" Target="fonts/Lato-boldItalic.fntdata"/><Relationship Id="rId13" Type="http://schemas.openxmlformats.org/officeDocument/2006/relationships/slide" Target="slides/slide9.xml"/><Relationship Id="rId35" Type="http://schemas.openxmlformats.org/officeDocument/2006/relationships/font" Target="fonts/CenturyGothic-italic.fntdata"/><Relationship Id="rId12" Type="http://schemas.openxmlformats.org/officeDocument/2006/relationships/slide" Target="slides/slide8.xml"/><Relationship Id="rId34" Type="http://schemas.openxmlformats.org/officeDocument/2006/relationships/font" Target="fonts/CenturyGothic-bold.fntdata"/><Relationship Id="rId15" Type="http://schemas.openxmlformats.org/officeDocument/2006/relationships/slide" Target="slides/slide11.xml"/><Relationship Id="rId37" Type="http://customschemas.google.com/relationships/presentationmetadata" Target="metadata"/><Relationship Id="rId14" Type="http://schemas.openxmlformats.org/officeDocument/2006/relationships/slide" Target="slides/slide10.xml"/><Relationship Id="rId36" Type="http://schemas.openxmlformats.org/officeDocument/2006/relationships/font" Target="fonts/CenturyGothic-boldItalic.fntdata"/><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2" name="Google Shape;14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9" name="Google Shape;149;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5" name="Google Shape;155;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3" name="Google Shape;163;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0" name="Google Shape;170;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6" name="Google Shape;176;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2" name="Google Shape;182;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8" name="Google Shape;188;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6" name="Google Shape;196;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g376ba3290e5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2" name="Google Shape;202;g376ba3290e5_0_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8" name="Google Shape;208;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g376ba3290e5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4" name="Google Shape;214;g376ba3290e5_0_1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g376ba3290e5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0" name="Google Shape;220;g376ba3290e5_0_1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6" name="Google Shape;226;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 name="Shape 230"/>
        <p:cNvGrpSpPr/>
        <p:nvPr/>
      </p:nvGrpSpPr>
      <p:grpSpPr>
        <a:xfrm>
          <a:off x="0" y="0"/>
          <a:ext cx="0" cy="0"/>
          <a:chOff x="0" y="0"/>
          <a:chExt cx="0" cy="0"/>
        </a:xfrm>
      </p:grpSpPr>
      <p:sp>
        <p:nvSpPr>
          <p:cNvPr id="231" name="Google Shape;231;g3766560ec13_1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32" name="Google Shape;232;g3766560ec13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g3766560ec13_1_1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43" name="Google Shape;243;g3766560ec13_1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7" name="Shape 247"/>
        <p:cNvGrpSpPr/>
        <p:nvPr/>
      </p:nvGrpSpPr>
      <p:grpSpPr>
        <a:xfrm>
          <a:off x="0" y="0"/>
          <a:ext cx="0" cy="0"/>
          <a:chOff x="0" y="0"/>
          <a:chExt cx="0" cy="0"/>
        </a:xfrm>
      </p:grpSpPr>
      <p:sp>
        <p:nvSpPr>
          <p:cNvPr id="248" name="Google Shape;248;g376d9063060_0_1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49" name="Google Shape;249;g376d9063060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g3766560ec13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6" name="Google Shape;256;g3766560ec13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1" name="Shape 261"/>
        <p:cNvGrpSpPr/>
        <p:nvPr/>
      </p:nvGrpSpPr>
      <p:grpSpPr>
        <a:xfrm>
          <a:off x="0" y="0"/>
          <a:ext cx="0" cy="0"/>
          <a:chOff x="0" y="0"/>
          <a:chExt cx="0" cy="0"/>
        </a:xfrm>
      </p:grpSpPr>
      <p:sp>
        <p:nvSpPr>
          <p:cNvPr id="262" name="Google Shape;262;g3766560ec13_1_2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63" name="Google Shape;263;g3766560ec13_1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g376d9063060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71" name="Google Shape;271;g376d9063060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7" name="Shape 277"/>
        <p:cNvGrpSpPr/>
        <p:nvPr/>
      </p:nvGrpSpPr>
      <p:grpSpPr>
        <a:xfrm>
          <a:off x="0" y="0"/>
          <a:ext cx="0" cy="0"/>
          <a:chOff x="0" y="0"/>
          <a:chExt cx="0" cy="0"/>
        </a:xfrm>
      </p:grpSpPr>
      <p:sp>
        <p:nvSpPr>
          <p:cNvPr id="278" name="Google Shape;278;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9" name="Google Shape;279;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2" name="Shape 282"/>
        <p:cNvGrpSpPr/>
        <p:nvPr/>
      </p:nvGrpSpPr>
      <p:grpSpPr>
        <a:xfrm>
          <a:off x="0" y="0"/>
          <a:ext cx="0" cy="0"/>
          <a:chOff x="0" y="0"/>
          <a:chExt cx="0" cy="0"/>
        </a:xfrm>
      </p:grpSpPr>
      <p:sp>
        <p:nvSpPr>
          <p:cNvPr id="283" name="Google Shape;283;p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84" name="Google Shape;284;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8" name="Shape 288"/>
        <p:cNvGrpSpPr/>
        <p:nvPr/>
      </p:nvGrpSpPr>
      <p:grpSpPr>
        <a:xfrm>
          <a:off x="0" y="0"/>
          <a:ext cx="0" cy="0"/>
          <a:chOff x="0" y="0"/>
          <a:chExt cx="0" cy="0"/>
        </a:xfrm>
      </p:grpSpPr>
      <p:sp>
        <p:nvSpPr>
          <p:cNvPr id="289" name="Google Shape;289;p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90" name="Google Shape;290;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3" name="Shape 293"/>
        <p:cNvGrpSpPr/>
        <p:nvPr/>
      </p:nvGrpSpPr>
      <p:grpSpPr>
        <a:xfrm>
          <a:off x="0" y="0"/>
          <a:ext cx="0" cy="0"/>
          <a:chOff x="0" y="0"/>
          <a:chExt cx="0" cy="0"/>
        </a:xfrm>
      </p:grpSpPr>
      <p:sp>
        <p:nvSpPr>
          <p:cNvPr id="294" name="Google Shape;294;p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95" name="Google Shape;295;p1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2" name="Shape 12"/>
        <p:cNvGrpSpPr/>
        <p:nvPr/>
      </p:nvGrpSpPr>
      <p:grpSpPr>
        <a:xfrm>
          <a:off x="0" y="0"/>
          <a:ext cx="0" cy="0"/>
          <a:chOff x="0" y="0"/>
          <a:chExt cx="0" cy="0"/>
        </a:xfrm>
      </p:grpSpPr>
      <p:pic>
        <p:nvPicPr>
          <p:cNvPr descr="C0-HD-BTM.png" id="13" name="Google Shape;13;p17"/>
          <p:cNvPicPr preferRelativeResize="0"/>
          <p:nvPr/>
        </p:nvPicPr>
        <p:blipFill rotWithShape="1">
          <a:blip r:embed="rId2">
            <a:alphaModFix/>
          </a:blip>
          <a:srcRect b="0" l="0" r="0" t="0"/>
          <a:stretch/>
        </p:blipFill>
        <p:spPr>
          <a:xfrm>
            <a:off x="0" y="4375150"/>
            <a:ext cx="12192000" cy="2482850"/>
          </a:xfrm>
          <a:prstGeom prst="rect">
            <a:avLst/>
          </a:prstGeom>
          <a:noFill/>
          <a:ln>
            <a:noFill/>
          </a:ln>
        </p:spPr>
      </p:pic>
      <p:sp>
        <p:nvSpPr>
          <p:cNvPr id="14" name="Google Shape;14;p17"/>
          <p:cNvSpPr txBox="1"/>
          <p:nvPr>
            <p:ph type="ctrTitle"/>
          </p:nvPr>
        </p:nvSpPr>
        <p:spPr>
          <a:xfrm>
            <a:off x="1371600" y="1803405"/>
            <a:ext cx="9448800" cy="1825096"/>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lt1"/>
              </a:buClr>
              <a:buSzPts val="6000"/>
              <a:buFont typeface="Century Gothic"/>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5" name="Google Shape;15;p17"/>
          <p:cNvSpPr txBox="1"/>
          <p:nvPr>
            <p:ph idx="1" type="subTitle"/>
          </p:nvPr>
        </p:nvSpPr>
        <p:spPr>
          <a:xfrm>
            <a:off x="1371600" y="3632201"/>
            <a:ext cx="9448800" cy="685800"/>
          </a:xfrm>
          <a:prstGeom prst="rect">
            <a:avLst/>
          </a:prstGeom>
          <a:noFill/>
          <a:ln>
            <a:noFill/>
          </a:ln>
        </p:spPr>
        <p:txBody>
          <a:bodyPr anchorCtr="0" anchor="t" bIns="45700" lIns="91425" spcFirstLastPara="1" rIns="91425" wrap="square" tIns="45700">
            <a:normAutofit/>
          </a:bodyPr>
          <a:lstStyle>
            <a:lvl1pPr lvl="0" algn="l">
              <a:lnSpc>
                <a:spcPct val="90000"/>
              </a:lnSpc>
              <a:spcBef>
                <a:spcPts val="1000"/>
              </a:spcBef>
              <a:spcAft>
                <a:spcPts val="0"/>
              </a:spcAft>
              <a:buClr>
                <a:schemeClr val="lt1"/>
              </a:buClr>
              <a:buSzPts val="2000"/>
              <a:buNone/>
              <a:defRPr sz="2000"/>
            </a:lvl1pPr>
            <a:lvl2pPr lvl="1" algn="ctr">
              <a:lnSpc>
                <a:spcPct val="90000"/>
              </a:lnSpc>
              <a:spcBef>
                <a:spcPts val="500"/>
              </a:spcBef>
              <a:spcAft>
                <a:spcPts val="0"/>
              </a:spcAft>
              <a:buClr>
                <a:schemeClr val="lt1"/>
              </a:buClr>
              <a:buSzPts val="2000"/>
              <a:buNone/>
              <a:defRPr sz="2000"/>
            </a:lvl2pPr>
            <a:lvl3pPr lvl="2" algn="ctr">
              <a:lnSpc>
                <a:spcPct val="90000"/>
              </a:lnSpc>
              <a:spcBef>
                <a:spcPts val="500"/>
              </a:spcBef>
              <a:spcAft>
                <a:spcPts val="0"/>
              </a:spcAft>
              <a:buClr>
                <a:schemeClr val="lt1"/>
              </a:buClr>
              <a:buSzPts val="1800"/>
              <a:buNone/>
              <a:defRPr sz="1800"/>
            </a:lvl3pPr>
            <a:lvl4pPr lvl="3" algn="ctr">
              <a:lnSpc>
                <a:spcPct val="90000"/>
              </a:lnSpc>
              <a:spcBef>
                <a:spcPts val="500"/>
              </a:spcBef>
              <a:spcAft>
                <a:spcPts val="0"/>
              </a:spcAft>
              <a:buClr>
                <a:schemeClr val="lt1"/>
              </a:buClr>
              <a:buSzPts val="1600"/>
              <a:buNone/>
              <a:defRPr sz="1600"/>
            </a:lvl4pPr>
            <a:lvl5pPr lvl="4" algn="ctr">
              <a:lnSpc>
                <a:spcPct val="90000"/>
              </a:lnSpc>
              <a:spcBef>
                <a:spcPts val="500"/>
              </a:spcBef>
              <a:spcAft>
                <a:spcPts val="0"/>
              </a:spcAft>
              <a:buClr>
                <a:schemeClr val="lt1"/>
              </a:buClr>
              <a:buSzPts val="1600"/>
              <a:buNone/>
              <a:defRPr sz="1600"/>
            </a:lvl5pPr>
            <a:lvl6pPr lvl="5" algn="ctr">
              <a:lnSpc>
                <a:spcPct val="90000"/>
              </a:lnSpc>
              <a:spcBef>
                <a:spcPts val="500"/>
              </a:spcBef>
              <a:spcAft>
                <a:spcPts val="0"/>
              </a:spcAft>
              <a:buClr>
                <a:schemeClr val="lt1"/>
              </a:buClr>
              <a:buSzPts val="1600"/>
              <a:buNone/>
              <a:defRPr sz="1600"/>
            </a:lvl6pPr>
            <a:lvl7pPr lvl="6" algn="ctr">
              <a:lnSpc>
                <a:spcPct val="90000"/>
              </a:lnSpc>
              <a:spcBef>
                <a:spcPts val="500"/>
              </a:spcBef>
              <a:spcAft>
                <a:spcPts val="0"/>
              </a:spcAft>
              <a:buClr>
                <a:schemeClr val="lt1"/>
              </a:buClr>
              <a:buSzPts val="1600"/>
              <a:buNone/>
              <a:defRPr sz="1600"/>
            </a:lvl7pPr>
            <a:lvl8pPr lvl="7" algn="ctr">
              <a:lnSpc>
                <a:spcPct val="90000"/>
              </a:lnSpc>
              <a:spcBef>
                <a:spcPts val="500"/>
              </a:spcBef>
              <a:spcAft>
                <a:spcPts val="0"/>
              </a:spcAft>
              <a:buClr>
                <a:schemeClr val="lt1"/>
              </a:buClr>
              <a:buSzPts val="1600"/>
              <a:buNone/>
              <a:defRPr sz="1600"/>
            </a:lvl8pPr>
            <a:lvl9pPr lvl="8" algn="ctr">
              <a:lnSpc>
                <a:spcPct val="90000"/>
              </a:lnSpc>
              <a:spcBef>
                <a:spcPts val="500"/>
              </a:spcBef>
              <a:spcAft>
                <a:spcPts val="0"/>
              </a:spcAft>
              <a:buClr>
                <a:schemeClr val="lt1"/>
              </a:buClr>
              <a:buSzPts val="1600"/>
              <a:buNone/>
              <a:defRPr sz="1600"/>
            </a:lvl9pPr>
          </a:lstStyle>
          <a:p/>
        </p:txBody>
      </p:sp>
      <p:sp>
        <p:nvSpPr>
          <p:cNvPr id="16" name="Google Shape;16;p17"/>
          <p:cNvSpPr txBox="1"/>
          <p:nvPr>
            <p:ph idx="10" type="dt"/>
          </p:nvPr>
        </p:nvSpPr>
        <p:spPr>
          <a:xfrm>
            <a:off x="7909561" y="4314328"/>
            <a:ext cx="2910840" cy="374642"/>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 name="Google Shape;17;p17"/>
          <p:cNvSpPr txBox="1"/>
          <p:nvPr>
            <p:ph idx="11" type="ftr"/>
          </p:nvPr>
        </p:nvSpPr>
        <p:spPr>
          <a:xfrm>
            <a:off x="1371600" y="4323845"/>
            <a:ext cx="64008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 name="Google Shape;18;p17"/>
          <p:cNvSpPr txBox="1"/>
          <p:nvPr>
            <p:ph idx="12" type="sldNum"/>
          </p:nvPr>
        </p:nvSpPr>
        <p:spPr>
          <a:xfrm>
            <a:off x="8077200" y="1430866"/>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9" name="Shape 19"/>
        <p:cNvGrpSpPr/>
        <p:nvPr/>
      </p:nvGrpSpPr>
      <p:grpSpPr>
        <a:xfrm>
          <a:off x="0" y="0"/>
          <a:ext cx="0" cy="0"/>
          <a:chOff x="0" y="0"/>
          <a:chExt cx="0" cy="0"/>
        </a:xfrm>
      </p:grpSpPr>
      <p:sp>
        <p:nvSpPr>
          <p:cNvPr id="20" name="Google Shape;20;p18"/>
          <p:cNvSpPr txBox="1"/>
          <p:nvPr>
            <p:ph type="title"/>
          </p:nvPr>
        </p:nvSpPr>
        <p:spPr>
          <a:xfrm>
            <a:off x="2895600" y="764373"/>
            <a:ext cx="8610600" cy="1293028"/>
          </a:xfrm>
          <a:prstGeom prst="rect">
            <a:avLst/>
          </a:prstGeom>
          <a:noFill/>
          <a:ln>
            <a:noFill/>
          </a:ln>
        </p:spPr>
        <p:txBody>
          <a:bodyPr anchorCtr="0" anchor="ctr" bIns="45700" lIns="91425" spcFirstLastPara="1" rIns="91425" wrap="square" tIns="45700">
            <a:normAutofit/>
          </a:bodyPr>
          <a:lstStyle>
            <a:lvl1pPr lvl="0" algn="r">
              <a:lnSpc>
                <a:spcPct val="90000"/>
              </a:lnSpc>
              <a:spcBef>
                <a:spcPts val="0"/>
              </a:spcBef>
              <a:spcAft>
                <a:spcPts val="0"/>
              </a:spcAft>
              <a:buClr>
                <a:schemeClr val="l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1" name="Google Shape;21;p18"/>
          <p:cNvSpPr txBox="1"/>
          <p:nvPr>
            <p:ph idx="1" type="body"/>
          </p:nvPr>
        </p:nvSpPr>
        <p:spPr>
          <a:xfrm>
            <a:off x="685800" y="2194560"/>
            <a:ext cx="10820400" cy="4024125"/>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lt1"/>
              </a:buClr>
              <a:buSzPts val="1800"/>
              <a:buChar char="•"/>
              <a:defRPr/>
            </a:lvl1pPr>
            <a:lvl2pPr indent="-342900" lvl="1" marL="914400" algn="l">
              <a:lnSpc>
                <a:spcPct val="90000"/>
              </a:lnSpc>
              <a:spcBef>
                <a:spcPts val="500"/>
              </a:spcBef>
              <a:spcAft>
                <a:spcPts val="0"/>
              </a:spcAft>
              <a:buClr>
                <a:schemeClr val="lt1"/>
              </a:buClr>
              <a:buSzPts val="1800"/>
              <a:buChar char="•"/>
              <a:defRPr/>
            </a:lvl2pPr>
            <a:lvl3pPr indent="-342900" lvl="2" marL="1371600" algn="l">
              <a:lnSpc>
                <a:spcPct val="90000"/>
              </a:lnSpc>
              <a:spcBef>
                <a:spcPts val="500"/>
              </a:spcBef>
              <a:spcAft>
                <a:spcPts val="0"/>
              </a:spcAft>
              <a:buClr>
                <a:schemeClr val="lt1"/>
              </a:buClr>
              <a:buSzPts val="1800"/>
              <a:buChar char="•"/>
              <a:defRPr/>
            </a:lvl3pPr>
            <a:lvl4pPr indent="-342900" lvl="3" marL="1828800" algn="l">
              <a:lnSpc>
                <a:spcPct val="90000"/>
              </a:lnSpc>
              <a:spcBef>
                <a:spcPts val="500"/>
              </a:spcBef>
              <a:spcAft>
                <a:spcPts val="0"/>
              </a:spcAft>
              <a:buClr>
                <a:schemeClr val="lt1"/>
              </a:buClr>
              <a:buSzPts val="1800"/>
              <a:buChar char="•"/>
              <a:defRPr/>
            </a:lvl4pPr>
            <a:lvl5pPr indent="-342900" lvl="4" marL="2286000" algn="l">
              <a:lnSpc>
                <a:spcPct val="90000"/>
              </a:lnSpc>
              <a:spcBef>
                <a:spcPts val="500"/>
              </a:spcBef>
              <a:spcAft>
                <a:spcPts val="0"/>
              </a:spcAft>
              <a:buClr>
                <a:schemeClr val="lt1"/>
              </a:buClr>
              <a:buSzPts val="1800"/>
              <a:buChar char="•"/>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22" name="Google Shape;22;p18"/>
          <p:cNvSpPr txBox="1"/>
          <p:nvPr>
            <p:ph idx="10" type="dt"/>
          </p:nvPr>
        </p:nvSpPr>
        <p:spPr>
          <a:xfrm>
            <a:off x="8595360" y="6356350"/>
            <a:ext cx="291084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3" name="Google Shape;23;p18"/>
          <p:cNvSpPr txBox="1"/>
          <p:nvPr>
            <p:ph idx="11" type="ftr"/>
          </p:nvPr>
        </p:nvSpPr>
        <p:spPr>
          <a:xfrm>
            <a:off x="685800" y="6355845"/>
            <a:ext cx="77724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 name="Google Shape;24;p18"/>
          <p:cNvSpPr txBox="1"/>
          <p:nvPr>
            <p:ph idx="12" type="sldNum"/>
          </p:nvPr>
        </p:nvSpPr>
        <p:spPr>
          <a:xfrm>
            <a:off x="8763000" y="38100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showMasterSp="0" type="secHead">
  <p:cSld name="SECTION_HEADER">
    <p:spTree>
      <p:nvGrpSpPr>
        <p:cNvPr id="25" name="Shape 25"/>
        <p:cNvGrpSpPr/>
        <p:nvPr/>
      </p:nvGrpSpPr>
      <p:grpSpPr>
        <a:xfrm>
          <a:off x="0" y="0"/>
          <a:ext cx="0" cy="0"/>
          <a:chOff x="0" y="0"/>
          <a:chExt cx="0" cy="0"/>
        </a:xfrm>
      </p:grpSpPr>
      <p:pic>
        <p:nvPicPr>
          <p:cNvPr descr="C0-HD-BTM.png" id="26" name="Google Shape;26;p19"/>
          <p:cNvPicPr preferRelativeResize="0"/>
          <p:nvPr/>
        </p:nvPicPr>
        <p:blipFill rotWithShape="1">
          <a:blip r:embed="rId2">
            <a:alphaModFix/>
          </a:blip>
          <a:srcRect b="0" l="0" r="0" t="0"/>
          <a:stretch/>
        </p:blipFill>
        <p:spPr>
          <a:xfrm>
            <a:off x="0" y="4375150"/>
            <a:ext cx="12192000" cy="2482850"/>
          </a:xfrm>
          <a:prstGeom prst="rect">
            <a:avLst/>
          </a:prstGeom>
          <a:noFill/>
          <a:ln>
            <a:noFill/>
          </a:ln>
        </p:spPr>
      </p:pic>
      <p:sp>
        <p:nvSpPr>
          <p:cNvPr id="27" name="Google Shape;27;p19"/>
          <p:cNvSpPr txBox="1"/>
          <p:nvPr>
            <p:ph type="title"/>
          </p:nvPr>
        </p:nvSpPr>
        <p:spPr>
          <a:xfrm>
            <a:off x="685800" y="753533"/>
            <a:ext cx="10820399" cy="2801935"/>
          </a:xfrm>
          <a:prstGeom prst="rect">
            <a:avLst/>
          </a:prstGeom>
          <a:noFill/>
          <a:ln>
            <a:noFill/>
          </a:ln>
        </p:spPr>
        <p:txBody>
          <a:bodyPr anchorCtr="0" anchor="b" bIns="45700" lIns="91425" spcFirstLastPara="1" rIns="91425" wrap="square" tIns="45700">
            <a:normAutofit/>
          </a:bodyPr>
          <a:lstStyle>
            <a:lvl1pPr lvl="0" algn="r">
              <a:lnSpc>
                <a:spcPct val="90000"/>
              </a:lnSpc>
              <a:spcBef>
                <a:spcPts val="0"/>
              </a:spcBef>
              <a:spcAft>
                <a:spcPts val="0"/>
              </a:spcAft>
              <a:buClr>
                <a:schemeClr val="lt1"/>
              </a:buClr>
              <a:buSzPts val="4000"/>
              <a:buFont typeface="Century Gothic"/>
              <a:buNone/>
              <a:defRPr sz="4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8" name="Google Shape;28;p19"/>
          <p:cNvSpPr txBox="1"/>
          <p:nvPr>
            <p:ph idx="1" type="body"/>
          </p:nvPr>
        </p:nvSpPr>
        <p:spPr>
          <a:xfrm>
            <a:off x="1024467" y="3641725"/>
            <a:ext cx="10490200" cy="955675"/>
          </a:xfrm>
          <a:prstGeom prst="rect">
            <a:avLst/>
          </a:prstGeom>
          <a:noFill/>
          <a:ln>
            <a:noFill/>
          </a:ln>
        </p:spPr>
        <p:txBody>
          <a:bodyPr anchorCtr="0" anchor="t" bIns="45700" lIns="91425" spcFirstLastPara="1" rIns="91425" wrap="square" tIns="45700">
            <a:normAutofit/>
          </a:bodyPr>
          <a:lstStyle>
            <a:lvl1pPr indent="-228600" lvl="0" marL="457200" algn="r">
              <a:lnSpc>
                <a:spcPct val="90000"/>
              </a:lnSpc>
              <a:spcBef>
                <a:spcPts val="1000"/>
              </a:spcBef>
              <a:spcAft>
                <a:spcPts val="0"/>
              </a:spcAft>
              <a:buClr>
                <a:schemeClr val="lt1"/>
              </a:buClr>
              <a:buSzPts val="2200"/>
              <a:buNone/>
              <a:defRPr sz="2200">
                <a:solidFill>
                  <a:schemeClr val="lt1"/>
                </a:solidFill>
              </a:defRPr>
            </a:lvl1pPr>
            <a:lvl2pPr indent="-228600" lvl="1" marL="914400" algn="l">
              <a:lnSpc>
                <a:spcPct val="90000"/>
              </a:lnSpc>
              <a:spcBef>
                <a:spcPts val="500"/>
              </a:spcBef>
              <a:spcAft>
                <a:spcPts val="0"/>
              </a:spcAft>
              <a:buClr>
                <a:schemeClr val="lt1"/>
              </a:buClr>
              <a:buSzPts val="2000"/>
              <a:buNone/>
              <a:defRPr sz="2000">
                <a:solidFill>
                  <a:schemeClr val="lt1"/>
                </a:solidFill>
              </a:defRPr>
            </a:lvl2pPr>
            <a:lvl3pPr indent="-228600" lvl="2" marL="1371600" algn="l">
              <a:lnSpc>
                <a:spcPct val="90000"/>
              </a:lnSpc>
              <a:spcBef>
                <a:spcPts val="500"/>
              </a:spcBef>
              <a:spcAft>
                <a:spcPts val="0"/>
              </a:spcAft>
              <a:buClr>
                <a:schemeClr val="lt1"/>
              </a:buClr>
              <a:buSzPts val="1800"/>
              <a:buNone/>
              <a:defRPr sz="1800">
                <a:solidFill>
                  <a:schemeClr val="lt1"/>
                </a:solidFill>
              </a:defRPr>
            </a:lvl3pPr>
            <a:lvl4pPr indent="-228600" lvl="3" marL="1828800" algn="l">
              <a:lnSpc>
                <a:spcPct val="90000"/>
              </a:lnSpc>
              <a:spcBef>
                <a:spcPts val="500"/>
              </a:spcBef>
              <a:spcAft>
                <a:spcPts val="0"/>
              </a:spcAft>
              <a:buClr>
                <a:schemeClr val="lt1"/>
              </a:buClr>
              <a:buSzPts val="1600"/>
              <a:buNone/>
              <a:defRPr sz="1600">
                <a:solidFill>
                  <a:schemeClr val="lt1"/>
                </a:solidFill>
              </a:defRPr>
            </a:lvl4pPr>
            <a:lvl5pPr indent="-228600" lvl="4" marL="2286000" algn="l">
              <a:lnSpc>
                <a:spcPct val="90000"/>
              </a:lnSpc>
              <a:spcBef>
                <a:spcPts val="500"/>
              </a:spcBef>
              <a:spcAft>
                <a:spcPts val="0"/>
              </a:spcAft>
              <a:buClr>
                <a:schemeClr val="lt1"/>
              </a:buClr>
              <a:buSzPts val="1600"/>
              <a:buNone/>
              <a:defRPr sz="1600">
                <a:solidFill>
                  <a:schemeClr val="lt1"/>
                </a:solidFill>
              </a:defRPr>
            </a:lvl5pPr>
            <a:lvl6pPr indent="-228600" lvl="5" marL="2743200" algn="l">
              <a:lnSpc>
                <a:spcPct val="90000"/>
              </a:lnSpc>
              <a:spcBef>
                <a:spcPts val="500"/>
              </a:spcBef>
              <a:spcAft>
                <a:spcPts val="0"/>
              </a:spcAft>
              <a:buClr>
                <a:schemeClr val="lt1"/>
              </a:buClr>
              <a:buSzPts val="1600"/>
              <a:buNone/>
              <a:defRPr sz="1600">
                <a:solidFill>
                  <a:schemeClr val="lt1"/>
                </a:solidFill>
              </a:defRPr>
            </a:lvl6pPr>
            <a:lvl7pPr indent="-228600" lvl="6" marL="3200400" algn="l">
              <a:lnSpc>
                <a:spcPct val="90000"/>
              </a:lnSpc>
              <a:spcBef>
                <a:spcPts val="500"/>
              </a:spcBef>
              <a:spcAft>
                <a:spcPts val="0"/>
              </a:spcAft>
              <a:buClr>
                <a:schemeClr val="lt1"/>
              </a:buClr>
              <a:buSzPts val="1600"/>
              <a:buNone/>
              <a:defRPr sz="1600">
                <a:solidFill>
                  <a:schemeClr val="lt1"/>
                </a:solidFill>
              </a:defRPr>
            </a:lvl7pPr>
            <a:lvl8pPr indent="-228600" lvl="7" marL="3657600" algn="l">
              <a:lnSpc>
                <a:spcPct val="90000"/>
              </a:lnSpc>
              <a:spcBef>
                <a:spcPts val="500"/>
              </a:spcBef>
              <a:spcAft>
                <a:spcPts val="0"/>
              </a:spcAft>
              <a:buClr>
                <a:schemeClr val="lt1"/>
              </a:buClr>
              <a:buSzPts val="1600"/>
              <a:buNone/>
              <a:defRPr sz="1600">
                <a:solidFill>
                  <a:schemeClr val="lt1"/>
                </a:solidFill>
              </a:defRPr>
            </a:lvl8pPr>
            <a:lvl9pPr indent="-228600" lvl="8" marL="4114800" algn="l">
              <a:lnSpc>
                <a:spcPct val="90000"/>
              </a:lnSpc>
              <a:spcBef>
                <a:spcPts val="500"/>
              </a:spcBef>
              <a:spcAft>
                <a:spcPts val="0"/>
              </a:spcAft>
              <a:buClr>
                <a:schemeClr val="lt1"/>
              </a:buClr>
              <a:buSzPts val="1600"/>
              <a:buNone/>
              <a:defRPr sz="1600">
                <a:solidFill>
                  <a:schemeClr val="lt1"/>
                </a:solidFill>
              </a:defRPr>
            </a:lvl9pPr>
          </a:lstStyle>
          <a:p/>
        </p:txBody>
      </p:sp>
      <p:sp>
        <p:nvSpPr>
          <p:cNvPr id="29" name="Google Shape;29;p19"/>
          <p:cNvSpPr txBox="1"/>
          <p:nvPr>
            <p:ph idx="10" type="dt"/>
          </p:nvPr>
        </p:nvSpPr>
        <p:spPr>
          <a:xfrm>
            <a:off x="7814452" y="381000"/>
            <a:ext cx="291084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0" name="Google Shape;30;p19"/>
          <p:cNvSpPr txBox="1"/>
          <p:nvPr>
            <p:ph idx="11" type="ftr"/>
          </p:nvPr>
        </p:nvSpPr>
        <p:spPr>
          <a:xfrm>
            <a:off x="685800" y="381001"/>
            <a:ext cx="6991492" cy="36406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19"/>
          <p:cNvSpPr txBox="1"/>
          <p:nvPr>
            <p:ph idx="12" type="sldNum"/>
          </p:nvPr>
        </p:nvSpPr>
        <p:spPr>
          <a:xfrm>
            <a:off x="10862452" y="381000"/>
            <a:ext cx="643748"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2" name="Shape 32"/>
        <p:cNvGrpSpPr/>
        <p:nvPr/>
      </p:nvGrpSpPr>
      <p:grpSpPr>
        <a:xfrm>
          <a:off x="0" y="0"/>
          <a:ext cx="0" cy="0"/>
          <a:chOff x="0" y="0"/>
          <a:chExt cx="0" cy="0"/>
        </a:xfrm>
      </p:grpSpPr>
      <p:sp>
        <p:nvSpPr>
          <p:cNvPr id="33" name="Google Shape;33;p20"/>
          <p:cNvSpPr txBox="1"/>
          <p:nvPr>
            <p:ph type="title"/>
          </p:nvPr>
        </p:nvSpPr>
        <p:spPr>
          <a:xfrm>
            <a:off x="2895600" y="764373"/>
            <a:ext cx="8610600" cy="1293028"/>
          </a:xfrm>
          <a:prstGeom prst="rect">
            <a:avLst/>
          </a:prstGeom>
          <a:noFill/>
          <a:ln>
            <a:noFill/>
          </a:ln>
        </p:spPr>
        <p:txBody>
          <a:bodyPr anchorCtr="0" anchor="ctr" bIns="45700" lIns="91425" spcFirstLastPara="1" rIns="91425" wrap="square" tIns="45700">
            <a:normAutofit/>
          </a:bodyPr>
          <a:lstStyle>
            <a:lvl1pPr lvl="0" algn="r">
              <a:lnSpc>
                <a:spcPct val="90000"/>
              </a:lnSpc>
              <a:spcBef>
                <a:spcPts val="0"/>
              </a:spcBef>
              <a:spcAft>
                <a:spcPts val="0"/>
              </a:spcAft>
              <a:buClr>
                <a:schemeClr val="l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4" name="Google Shape;34;p20"/>
          <p:cNvSpPr txBox="1"/>
          <p:nvPr>
            <p:ph idx="1" type="body"/>
          </p:nvPr>
        </p:nvSpPr>
        <p:spPr>
          <a:xfrm>
            <a:off x="685800" y="2194559"/>
            <a:ext cx="5334000" cy="4024125"/>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lt1"/>
              </a:buClr>
              <a:buSzPts val="1800"/>
              <a:buChar char="•"/>
              <a:defRPr/>
            </a:lvl1pPr>
            <a:lvl2pPr indent="-342900" lvl="1" marL="914400" algn="l">
              <a:lnSpc>
                <a:spcPct val="90000"/>
              </a:lnSpc>
              <a:spcBef>
                <a:spcPts val="500"/>
              </a:spcBef>
              <a:spcAft>
                <a:spcPts val="0"/>
              </a:spcAft>
              <a:buClr>
                <a:schemeClr val="lt1"/>
              </a:buClr>
              <a:buSzPts val="1800"/>
              <a:buChar char="•"/>
              <a:defRPr/>
            </a:lvl2pPr>
            <a:lvl3pPr indent="-342900" lvl="2" marL="1371600" algn="l">
              <a:lnSpc>
                <a:spcPct val="90000"/>
              </a:lnSpc>
              <a:spcBef>
                <a:spcPts val="500"/>
              </a:spcBef>
              <a:spcAft>
                <a:spcPts val="0"/>
              </a:spcAft>
              <a:buClr>
                <a:schemeClr val="lt1"/>
              </a:buClr>
              <a:buSzPts val="1800"/>
              <a:buChar char="•"/>
              <a:defRPr/>
            </a:lvl3pPr>
            <a:lvl4pPr indent="-342900" lvl="3" marL="1828800" algn="l">
              <a:lnSpc>
                <a:spcPct val="90000"/>
              </a:lnSpc>
              <a:spcBef>
                <a:spcPts val="500"/>
              </a:spcBef>
              <a:spcAft>
                <a:spcPts val="0"/>
              </a:spcAft>
              <a:buClr>
                <a:schemeClr val="lt1"/>
              </a:buClr>
              <a:buSzPts val="1800"/>
              <a:buChar char="•"/>
              <a:defRPr/>
            </a:lvl4pPr>
            <a:lvl5pPr indent="-342900" lvl="4" marL="2286000" algn="l">
              <a:lnSpc>
                <a:spcPct val="90000"/>
              </a:lnSpc>
              <a:spcBef>
                <a:spcPts val="500"/>
              </a:spcBef>
              <a:spcAft>
                <a:spcPts val="0"/>
              </a:spcAft>
              <a:buClr>
                <a:schemeClr val="lt1"/>
              </a:buClr>
              <a:buSzPts val="1800"/>
              <a:buChar char="•"/>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35" name="Google Shape;35;p20"/>
          <p:cNvSpPr txBox="1"/>
          <p:nvPr>
            <p:ph idx="2" type="body"/>
          </p:nvPr>
        </p:nvSpPr>
        <p:spPr>
          <a:xfrm>
            <a:off x="6172200" y="2194559"/>
            <a:ext cx="5334000" cy="4024125"/>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lt1"/>
              </a:buClr>
              <a:buSzPts val="1800"/>
              <a:buChar char="•"/>
              <a:defRPr/>
            </a:lvl1pPr>
            <a:lvl2pPr indent="-342900" lvl="1" marL="914400" algn="l">
              <a:lnSpc>
                <a:spcPct val="90000"/>
              </a:lnSpc>
              <a:spcBef>
                <a:spcPts val="500"/>
              </a:spcBef>
              <a:spcAft>
                <a:spcPts val="0"/>
              </a:spcAft>
              <a:buClr>
                <a:schemeClr val="lt1"/>
              </a:buClr>
              <a:buSzPts val="1800"/>
              <a:buChar char="•"/>
              <a:defRPr/>
            </a:lvl2pPr>
            <a:lvl3pPr indent="-342900" lvl="2" marL="1371600" algn="l">
              <a:lnSpc>
                <a:spcPct val="90000"/>
              </a:lnSpc>
              <a:spcBef>
                <a:spcPts val="500"/>
              </a:spcBef>
              <a:spcAft>
                <a:spcPts val="0"/>
              </a:spcAft>
              <a:buClr>
                <a:schemeClr val="lt1"/>
              </a:buClr>
              <a:buSzPts val="1800"/>
              <a:buChar char="•"/>
              <a:defRPr/>
            </a:lvl3pPr>
            <a:lvl4pPr indent="-342900" lvl="3" marL="1828800" algn="l">
              <a:lnSpc>
                <a:spcPct val="90000"/>
              </a:lnSpc>
              <a:spcBef>
                <a:spcPts val="500"/>
              </a:spcBef>
              <a:spcAft>
                <a:spcPts val="0"/>
              </a:spcAft>
              <a:buClr>
                <a:schemeClr val="lt1"/>
              </a:buClr>
              <a:buSzPts val="1800"/>
              <a:buChar char="•"/>
              <a:defRPr/>
            </a:lvl4pPr>
            <a:lvl5pPr indent="-342900" lvl="4" marL="2286000" algn="l">
              <a:lnSpc>
                <a:spcPct val="90000"/>
              </a:lnSpc>
              <a:spcBef>
                <a:spcPts val="500"/>
              </a:spcBef>
              <a:spcAft>
                <a:spcPts val="0"/>
              </a:spcAft>
              <a:buClr>
                <a:schemeClr val="lt1"/>
              </a:buClr>
              <a:buSzPts val="1800"/>
              <a:buChar char="•"/>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36" name="Google Shape;36;p20"/>
          <p:cNvSpPr txBox="1"/>
          <p:nvPr>
            <p:ph idx="10" type="dt"/>
          </p:nvPr>
        </p:nvSpPr>
        <p:spPr>
          <a:xfrm>
            <a:off x="8595360" y="6356350"/>
            <a:ext cx="291084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7" name="Google Shape;37;p20"/>
          <p:cNvSpPr txBox="1"/>
          <p:nvPr>
            <p:ph idx="11" type="ftr"/>
          </p:nvPr>
        </p:nvSpPr>
        <p:spPr>
          <a:xfrm>
            <a:off x="685800" y="6355845"/>
            <a:ext cx="77724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20"/>
          <p:cNvSpPr txBox="1"/>
          <p:nvPr>
            <p:ph idx="12" type="sldNum"/>
          </p:nvPr>
        </p:nvSpPr>
        <p:spPr>
          <a:xfrm>
            <a:off x="8763000" y="38100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39" name="Shape 39"/>
        <p:cNvGrpSpPr/>
        <p:nvPr/>
      </p:nvGrpSpPr>
      <p:grpSpPr>
        <a:xfrm>
          <a:off x="0" y="0"/>
          <a:ext cx="0" cy="0"/>
          <a:chOff x="0" y="0"/>
          <a:chExt cx="0" cy="0"/>
        </a:xfrm>
      </p:grpSpPr>
      <p:sp>
        <p:nvSpPr>
          <p:cNvPr id="40" name="Google Shape;40;p21"/>
          <p:cNvSpPr txBox="1"/>
          <p:nvPr>
            <p:ph type="title"/>
          </p:nvPr>
        </p:nvSpPr>
        <p:spPr>
          <a:xfrm>
            <a:off x="2895600" y="762000"/>
            <a:ext cx="8610600" cy="1295400"/>
          </a:xfrm>
          <a:prstGeom prst="rect">
            <a:avLst/>
          </a:prstGeom>
          <a:noFill/>
          <a:ln>
            <a:noFill/>
          </a:ln>
        </p:spPr>
        <p:txBody>
          <a:bodyPr anchorCtr="0" anchor="ctr" bIns="45700" lIns="91425" spcFirstLastPara="1" rIns="91425" wrap="square" tIns="45700">
            <a:normAutofit/>
          </a:bodyPr>
          <a:lstStyle>
            <a:lvl1pPr lvl="0" algn="r">
              <a:lnSpc>
                <a:spcPct val="90000"/>
              </a:lnSpc>
              <a:spcBef>
                <a:spcPts val="0"/>
              </a:spcBef>
              <a:spcAft>
                <a:spcPts val="0"/>
              </a:spcAft>
              <a:buClr>
                <a:schemeClr val="l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1" name="Google Shape;41;p21"/>
          <p:cNvSpPr txBox="1"/>
          <p:nvPr>
            <p:ph idx="1" type="body"/>
          </p:nvPr>
        </p:nvSpPr>
        <p:spPr>
          <a:xfrm>
            <a:off x="914409" y="2183802"/>
            <a:ext cx="5079991"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2800"/>
              <a:buNone/>
              <a:defRPr b="0" sz="2800">
                <a:solidFill>
                  <a:schemeClr val="lt1"/>
                </a:solidFill>
              </a:defRPr>
            </a:lvl1pPr>
            <a:lvl2pPr indent="-228600" lvl="1" marL="914400" algn="l">
              <a:lnSpc>
                <a:spcPct val="90000"/>
              </a:lnSpc>
              <a:spcBef>
                <a:spcPts val="500"/>
              </a:spcBef>
              <a:spcAft>
                <a:spcPts val="0"/>
              </a:spcAft>
              <a:buClr>
                <a:schemeClr val="lt1"/>
              </a:buClr>
              <a:buSzPts val="2000"/>
              <a:buNone/>
              <a:defRPr b="1" sz="2000"/>
            </a:lvl2pPr>
            <a:lvl3pPr indent="-228600" lvl="2" marL="1371600" algn="l">
              <a:lnSpc>
                <a:spcPct val="90000"/>
              </a:lnSpc>
              <a:spcBef>
                <a:spcPts val="500"/>
              </a:spcBef>
              <a:spcAft>
                <a:spcPts val="0"/>
              </a:spcAft>
              <a:buClr>
                <a:schemeClr val="lt1"/>
              </a:buClr>
              <a:buSzPts val="1800"/>
              <a:buNone/>
              <a:defRPr b="1" sz="1800"/>
            </a:lvl3pPr>
            <a:lvl4pPr indent="-228600" lvl="3" marL="1828800" algn="l">
              <a:lnSpc>
                <a:spcPct val="90000"/>
              </a:lnSpc>
              <a:spcBef>
                <a:spcPts val="500"/>
              </a:spcBef>
              <a:spcAft>
                <a:spcPts val="0"/>
              </a:spcAft>
              <a:buClr>
                <a:schemeClr val="lt1"/>
              </a:buClr>
              <a:buSzPts val="1600"/>
              <a:buNone/>
              <a:defRPr b="1" sz="1600"/>
            </a:lvl4pPr>
            <a:lvl5pPr indent="-228600" lvl="4" marL="2286000" algn="l">
              <a:lnSpc>
                <a:spcPct val="90000"/>
              </a:lnSpc>
              <a:spcBef>
                <a:spcPts val="500"/>
              </a:spcBef>
              <a:spcAft>
                <a:spcPts val="0"/>
              </a:spcAft>
              <a:buClr>
                <a:schemeClr val="lt1"/>
              </a:buClr>
              <a:buSzPts val="1600"/>
              <a:buNone/>
              <a:defRPr b="1" sz="1600"/>
            </a:lvl5pPr>
            <a:lvl6pPr indent="-228600" lvl="5" marL="2743200" algn="l">
              <a:lnSpc>
                <a:spcPct val="90000"/>
              </a:lnSpc>
              <a:spcBef>
                <a:spcPts val="500"/>
              </a:spcBef>
              <a:spcAft>
                <a:spcPts val="0"/>
              </a:spcAft>
              <a:buClr>
                <a:schemeClr val="lt1"/>
              </a:buClr>
              <a:buSzPts val="1600"/>
              <a:buNone/>
              <a:defRPr b="1" sz="1600"/>
            </a:lvl6pPr>
            <a:lvl7pPr indent="-228600" lvl="6" marL="3200400" algn="l">
              <a:lnSpc>
                <a:spcPct val="90000"/>
              </a:lnSpc>
              <a:spcBef>
                <a:spcPts val="500"/>
              </a:spcBef>
              <a:spcAft>
                <a:spcPts val="0"/>
              </a:spcAft>
              <a:buClr>
                <a:schemeClr val="lt1"/>
              </a:buClr>
              <a:buSzPts val="1600"/>
              <a:buNone/>
              <a:defRPr b="1" sz="1600"/>
            </a:lvl7pPr>
            <a:lvl8pPr indent="-228600" lvl="7" marL="3657600" algn="l">
              <a:lnSpc>
                <a:spcPct val="90000"/>
              </a:lnSpc>
              <a:spcBef>
                <a:spcPts val="500"/>
              </a:spcBef>
              <a:spcAft>
                <a:spcPts val="0"/>
              </a:spcAft>
              <a:buClr>
                <a:schemeClr val="lt1"/>
              </a:buClr>
              <a:buSzPts val="1600"/>
              <a:buNone/>
              <a:defRPr b="1" sz="1600"/>
            </a:lvl8pPr>
            <a:lvl9pPr indent="-228600" lvl="8" marL="4114800" algn="l">
              <a:lnSpc>
                <a:spcPct val="90000"/>
              </a:lnSpc>
              <a:spcBef>
                <a:spcPts val="500"/>
              </a:spcBef>
              <a:spcAft>
                <a:spcPts val="0"/>
              </a:spcAft>
              <a:buClr>
                <a:schemeClr val="lt1"/>
              </a:buClr>
              <a:buSzPts val="1600"/>
              <a:buNone/>
              <a:defRPr b="1" sz="1600"/>
            </a:lvl9pPr>
          </a:lstStyle>
          <a:p/>
        </p:txBody>
      </p:sp>
      <p:sp>
        <p:nvSpPr>
          <p:cNvPr id="42" name="Google Shape;42;p21"/>
          <p:cNvSpPr txBox="1"/>
          <p:nvPr>
            <p:ph idx="2" type="body"/>
          </p:nvPr>
        </p:nvSpPr>
        <p:spPr>
          <a:xfrm>
            <a:off x="685800" y="3132666"/>
            <a:ext cx="5311775" cy="3086019"/>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lt1"/>
              </a:buClr>
              <a:buSzPts val="1800"/>
              <a:buChar char="•"/>
              <a:defRPr/>
            </a:lvl1pPr>
            <a:lvl2pPr indent="-342900" lvl="1" marL="914400" algn="l">
              <a:lnSpc>
                <a:spcPct val="90000"/>
              </a:lnSpc>
              <a:spcBef>
                <a:spcPts val="500"/>
              </a:spcBef>
              <a:spcAft>
                <a:spcPts val="0"/>
              </a:spcAft>
              <a:buClr>
                <a:schemeClr val="lt1"/>
              </a:buClr>
              <a:buSzPts val="1800"/>
              <a:buChar char="•"/>
              <a:defRPr/>
            </a:lvl2pPr>
            <a:lvl3pPr indent="-342900" lvl="2" marL="1371600" algn="l">
              <a:lnSpc>
                <a:spcPct val="90000"/>
              </a:lnSpc>
              <a:spcBef>
                <a:spcPts val="500"/>
              </a:spcBef>
              <a:spcAft>
                <a:spcPts val="0"/>
              </a:spcAft>
              <a:buClr>
                <a:schemeClr val="lt1"/>
              </a:buClr>
              <a:buSzPts val="1800"/>
              <a:buChar char="•"/>
              <a:defRPr/>
            </a:lvl3pPr>
            <a:lvl4pPr indent="-342900" lvl="3" marL="1828800" algn="l">
              <a:lnSpc>
                <a:spcPct val="90000"/>
              </a:lnSpc>
              <a:spcBef>
                <a:spcPts val="500"/>
              </a:spcBef>
              <a:spcAft>
                <a:spcPts val="0"/>
              </a:spcAft>
              <a:buClr>
                <a:schemeClr val="lt1"/>
              </a:buClr>
              <a:buSzPts val="1800"/>
              <a:buChar char="•"/>
              <a:defRPr/>
            </a:lvl4pPr>
            <a:lvl5pPr indent="-342900" lvl="4" marL="2286000" algn="l">
              <a:lnSpc>
                <a:spcPct val="90000"/>
              </a:lnSpc>
              <a:spcBef>
                <a:spcPts val="500"/>
              </a:spcBef>
              <a:spcAft>
                <a:spcPts val="0"/>
              </a:spcAft>
              <a:buClr>
                <a:schemeClr val="lt1"/>
              </a:buClr>
              <a:buSzPts val="1800"/>
              <a:buChar char="•"/>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43" name="Google Shape;43;p21"/>
          <p:cNvSpPr txBox="1"/>
          <p:nvPr>
            <p:ph idx="3" type="body"/>
          </p:nvPr>
        </p:nvSpPr>
        <p:spPr>
          <a:xfrm>
            <a:off x="6400800" y="2183802"/>
            <a:ext cx="5105400"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2800"/>
              <a:buNone/>
              <a:defRPr b="0" sz="2800">
                <a:solidFill>
                  <a:schemeClr val="lt1"/>
                </a:solidFill>
              </a:defRPr>
            </a:lvl1pPr>
            <a:lvl2pPr indent="-228600" lvl="1" marL="914400" algn="l">
              <a:lnSpc>
                <a:spcPct val="90000"/>
              </a:lnSpc>
              <a:spcBef>
                <a:spcPts val="500"/>
              </a:spcBef>
              <a:spcAft>
                <a:spcPts val="0"/>
              </a:spcAft>
              <a:buClr>
                <a:schemeClr val="lt1"/>
              </a:buClr>
              <a:buSzPts val="2000"/>
              <a:buNone/>
              <a:defRPr b="1" sz="2000"/>
            </a:lvl2pPr>
            <a:lvl3pPr indent="-228600" lvl="2" marL="1371600" algn="l">
              <a:lnSpc>
                <a:spcPct val="90000"/>
              </a:lnSpc>
              <a:spcBef>
                <a:spcPts val="500"/>
              </a:spcBef>
              <a:spcAft>
                <a:spcPts val="0"/>
              </a:spcAft>
              <a:buClr>
                <a:schemeClr val="lt1"/>
              </a:buClr>
              <a:buSzPts val="1800"/>
              <a:buNone/>
              <a:defRPr b="1" sz="1800"/>
            </a:lvl3pPr>
            <a:lvl4pPr indent="-228600" lvl="3" marL="1828800" algn="l">
              <a:lnSpc>
                <a:spcPct val="90000"/>
              </a:lnSpc>
              <a:spcBef>
                <a:spcPts val="500"/>
              </a:spcBef>
              <a:spcAft>
                <a:spcPts val="0"/>
              </a:spcAft>
              <a:buClr>
                <a:schemeClr val="lt1"/>
              </a:buClr>
              <a:buSzPts val="1600"/>
              <a:buNone/>
              <a:defRPr b="1" sz="1600"/>
            </a:lvl4pPr>
            <a:lvl5pPr indent="-228600" lvl="4" marL="2286000" algn="l">
              <a:lnSpc>
                <a:spcPct val="90000"/>
              </a:lnSpc>
              <a:spcBef>
                <a:spcPts val="500"/>
              </a:spcBef>
              <a:spcAft>
                <a:spcPts val="0"/>
              </a:spcAft>
              <a:buClr>
                <a:schemeClr val="lt1"/>
              </a:buClr>
              <a:buSzPts val="1600"/>
              <a:buNone/>
              <a:defRPr b="1" sz="1600"/>
            </a:lvl5pPr>
            <a:lvl6pPr indent="-228600" lvl="5" marL="2743200" algn="l">
              <a:lnSpc>
                <a:spcPct val="90000"/>
              </a:lnSpc>
              <a:spcBef>
                <a:spcPts val="500"/>
              </a:spcBef>
              <a:spcAft>
                <a:spcPts val="0"/>
              </a:spcAft>
              <a:buClr>
                <a:schemeClr val="lt1"/>
              </a:buClr>
              <a:buSzPts val="1600"/>
              <a:buNone/>
              <a:defRPr b="1" sz="1600"/>
            </a:lvl6pPr>
            <a:lvl7pPr indent="-228600" lvl="6" marL="3200400" algn="l">
              <a:lnSpc>
                <a:spcPct val="90000"/>
              </a:lnSpc>
              <a:spcBef>
                <a:spcPts val="500"/>
              </a:spcBef>
              <a:spcAft>
                <a:spcPts val="0"/>
              </a:spcAft>
              <a:buClr>
                <a:schemeClr val="lt1"/>
              </a:buClr>
              <a:buSzPts val="1600"/>
              <a:buNone/>
              <a:defRPr b="1" sz="1600"/>
            </a:lvl7pPr>
            <a:lvl8pPr indent="-228600" lvl="7" marL="3657600" algn="l">
              <a:lnSpc>
                <a:spcPct val="90000"/>
              </a:lnSpc>
              <a:spcBef>
                <a:spcPts val="500"/>
              </a:spcBef>
              <a:spcAft>
                <a:spcPts val="0"/>
              </a:spcAft>
              <a:buClr>
                <a:schemeClr val="lt1"/>
              </a:buClr>
              <a:buSzPts val="1600"/>
              <a:buNone/>
              <a:defRPr b="1" sz="1600"/>
            </a:lvl8pPr>
            <a:lvl9pPr indent="-228600" lvl="8" marL="4114800" algn="l">
              <a:lnSpc>
                <a:spcPct val="90000"/>
              </a:lnSpc>
              <a:spcBef>
                <a:spcPts val="500"/>
              </a:spcBef>
              <a:spcAft>
                <a:spcPts val="0"/>
              </a:spcAft>
              <a:buClr>
                <a:schemeClr val="lt1"/>
              </a:buClr>
              <a:buSzPts val="1600"/>
              <a:buNone/>
              <a:defRPr b="1" sz="1600"/>
            </a:lvl9pPr>
          </a:lstStyle>
          <a:p/>
        </p:txBody>
      </p:sp>
      <p:sp>
        <p:nvSpPr>
          <p:cNvPr id="44" name="Google Shape;44;p21"/>
          <p:cNvSpPr txBox="1"/>
          <p:nvPr>
            <p:ph idx="4" type="body"/>
          </p:nvPr>
        </p:nvSpPr>
        <p:spPr>
          <a:xfrm>
            <a:off x="6172200" y="3132666"/>
            <a:ext cx="5334000" cy="3086019"/>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lt1"/>
              </a:buClr>
              <a:buSzPts val="1800"/>
              <a:buChar char="•"/>
              <a:defRPr/>
            </a:lvl1pPr>
            <a:lvl2pPr indent="-342900" lvl="1" marL="914400" algn="l">
              <a:lnSpc>
                <a:spcPct val="90000"/>
              </a:lnSpc>
              <a:spcBef>
                <a:spcPts val="500"/>
              </a:spcBef>
              <a:spcAft>
                <a:spcPts val="0"/>
              </a:spcAft>
              <a:buClr>
                <a:schemeClr val="lt1"/>
              </a:buClr>
              <a:buSzPts val="1800"/>
              <a:buChar char="•"/>
              <a:defRPr/>
            </a:lvl2pPr>
            <a:lvl3pPr indent="-342900" lvl="2" marL="1371600" algn="l">
              <a:lnSpc>
                <a:spcPct val="90000"/>
              </a:lnSpc>
              <a:spcBef>
                <a:spcPts val="500"/>
              </a:spcBef>
              <a:spcAft>
                <a:spcPts val="0"/>
              </a:spcAft>
              <a:buClr>
                <a:schemeClr val="lt1"/>
              </a:buClr>
              <a:buSzPts val="1800"/>
              <a:buChar char="•"/>
              <a:defRPr/>
            </a:lvl3pPr>
            <a:lvl4pPr indent="-342900" lvl="3" marL="1828800" algn="l">
              <a:lnSpc>
                <a:spcPct val="90000"/>
              </a:lnSpc>
              <a:spcBef>
                <a:spcPts val="500"/>
              </a:spcBef>
              <a:spcAft>
                <a:spcPts val="0"/>
              </a:spcAft>
              <a:buClr>
                <a:schemeClr val="lt1"/>
              </a:buClr>
              <a:buSzPts val="1800"/>
              <a:buChar char="•"/>
              <a:defRPr/>
            </a:lvl4pPr>
            <a:lvl5pPr indent="-342900" lvl="4" marL="2286000" algn="l">
              <a:lnSpc>
                <a:spcPct val="90000"/>
              </a:lnSpc>
              <a:spcBef>
                <a:spcPts val="500"/>
              </a:spcBef>
              <a:spcAft>
                <a:spcPts val="0"/>
              </a:spcAft>
              <a:buClr>
                <a:schemeClr val="lt1"/>
              </a:buClr>
              <a:buSzPts val="1800"/>
              <a:buChar char="•"/>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45" name="Google Shape;45;p21"/>
          <p:cNvSpPr txBox="1"/>
          <p:nvPr>
            <p:ph idx="10" type="dt"/>
          </p:nvPr>
        </p:nvSpPr>
        <p:spPr>
          <a:xfrm>
            <a:off x="8595360" y="6356350"/>
            <a:ext cx="291084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6" name="Google Shape;46;p21"/>
          <p:cNvSpPr txBox="1"/>
          <p:nvPr>
            <p:ph idx="11" type="ftr"/>
          </p:nvPr>
        </p:nvSpPr>
        <p:spPr>
          <a:xfrm>
            <a:off x="685800" y="6355845"/>
            <a:ext cx="77724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21"/>
          <p:cNvSpPr txBox="1"/>
          <p:nvPr>
            <p:ph idx="12" type="sldNum"/>
          </p:nvPr>
        </p:nvSpPr>
        <p:spPr>
          <a:xfrm>
            <a:off x="8763000" y="38100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8" name="Shape 48"/>
        <p:cNvGrpSpPr/>
        <p:nvPr/>
      </p:nvGrpSpPr>
      <p:grpSpPr>
        <a:xfrm>
          <a:off x="0" y="0"/>
          <a:ext cx="0" cy="0"/>
          <a:chOff x="0" y="0"/>
          <a:chExt cx="0" cy="0"/>
        </a:xfrm>
      </p:grpSpPr>
      <p:sp>
        <p:nvSpPr>
          <p:cNvPr id="49" name="Google Shape;49;p22"/>
          <p:cNvSpPr txBox="1"/>
          <p:nvPr>
            <p:ph type="title"/>
          </p:nvPr>
        </p:nvSpPr>
        <p:spPr>
          <a:xfrm>
            <a:off x="2895600" y="764373"/>
            <a:ext cx="8610600" cy="1293028"/>
          </a:xfrm>
          <a:prstGeom prst="rect">
            <a:avLst/>
          </a:prstGeom>
          <a:noFill/>
          <a:ln>
            <a:noFill/>
          </a:ln>
        </p:spPr>
        <p:txBody>
          <a:bodyPr anchorCtr="0" anchor="ctr" bIns="45700" lIns="91425" spcFirstLastPara="1" rIns="91425" wrap="square" tIns="45700">
            <a:normAutofit/>
          </a:bodyPr>
          <a:lstStyle>
            <a:lvl1pPr lvl="0" algn="r">
              <a:lnSpc>
                <a:spcPct val="90000"/>
              </a:lnSpc>
              <a:spcBef>
                <a:spcPts val="0"/>
              </a:spcBef>
              <a:spcAft>
                <a:spcPts val="0"/>
              </a:spcAft>
              <a:buClr>
                <a:schemeClr val="l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0" name="Google Shape;50;p22"/>
          <p:cNvSpPr txBox="1"/>
          <p:nvPr>
            <p:ph idx="10" type="dt"/>
          </p:nvPr>
        </p:nvSpPr>
        <p:spPr>
          <a:xfrm>
            <a:off x="8595360" y="6356350"/>
            <a:ext cx="291084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1" name="Google Shape;51;p22"/>
          <p:cNvSpPr txBox="1"/>
          <p:nvPr>
            <p:ph idx="11" type="ftr"/>
          </p:nvPr>
        </p:nvSpPr>
        <p:spPr>
          <a:xfrm>
            <a:off x="685800" y="6355845"/>
            <a:ext cx="77724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22"/>
          <p:cNvSpPr txBox="1"/>
          <p:nvPr>
            <p:ph idx="12" type="sldNum"/>
          </p:nvPr>
        </p:nvSpPr>
        <p:spPr>
          <a:xfrm>
            <a:off x="8763000" y="38100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3" name="Shape 53"/>
        <p:cNvGrpSpPr/>
        <p:nvPr/>
      </p:nvGrpSpPr>
      <p:grpSpPr>
        <a:xfrm>
          <a:off x="0" y="0"/>
          <a:ext cx="0" cy="0"/>
          <a:chOff x="0" y="0"/>
          <a:chExt cx="0" cy="0"/>
        </a:xfrm>
      </p:grpSpPr>
      <p:sp>
        <p:nvSpPr>
          <p:cNvPr id="54" name="Google Shape;54;p23"/>
          <p:cNvSpPr txBox="1"/>
          <p:nvPr>
            <p:ph idx="10" type="dt"/>
          </p:nvPr>
        </p:nvSpPr>
        <p:spPr>
          <a:xfrm>
            <a:off x="8595360" y="6356350"/>
            <a:ext cx="291084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5" name="Google Shape;55;p23"/>
          <p:cNvSpPr txBox="1"/>
          <p:nvPr>
            <p:ph idx="11" type="ftr"/>
          </p:nvPr>
        </p:nvSpPr>
        <p:spPr>
          <a:xfrm>
            <a:off x="685800" y="6355845"/>
            <a:ext cx="77724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23"/>
          <p:cNvSpPr txBox="1"/>
          <p:nvPr>
            <p:ph idx="12" type="sldNum"/>
          </p:nvPr>
        </p:nvSpPr>
        <p:spPr>
          <a:xfrm>
            <a:off x="8763000" y="38100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7" name="Shape 57"/>
        <p:cNvGrpSpPr/>
        <p:nvPr/>
      </p:nvGrpSpPr>
      <p:grpSpPr>
        <a:xfrm>
          <a:off x="0" y="0"/>
          <a:ext cx="0" cy="0"/>
          <a:chOff x="0" y="0"/>
          <a:chExt cx="0" cy="0"/>
        </a:xfrm>
      </p:grpSpPr>
      <p:sp>
        <p:nvSpPr>
          <p:cNvPr id="58" name="Google Shape;58;p24"/>
          <p:cNvSpPr txBox="1"/>
          <p:nvPr>
            <p:ph type="title"/>
          </p:nvPr>
        </p:nvSpPr>
        <p:spPr>
          <a:xfrm>
            <a:off x="685800" y="1524000"/>
            <a:ext cx="4114800"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lt1"/>
              </a:buClr>
              <a:buSzPts val="3200"/>
              <a:buFont typeface="Century Gothic"/>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9" name="Google Shape;59;p24"/>
          <p:cNvSpPr txBox="1"/>
          <p:nvPr>
            <p:ph idx="1" type="body"/>
          </p:nvPr>
        </p:nvSpPr>
        <p:spPr>
          <a:xfrm>
            <a:off x="4995582" y="746759"/>
            <a:ext cx="6510618" cy="5471925"/>
          </a:xfrm>
          <a:prstGeom prst="rect">
            <a:avLst/>
          </a:prstGeom>
          <a:noFill/>
          <a:ln>
            <a:noFill/>
          </a:ln>
        </p:spPr>
        <p:txBody>
          <a:bodyPr anchorCtr="0" anchor="ctr" bIns="45700" lIns="91425" spcFirstLastPara="1" rIns="91425" wrap="square" tIns="45700">
            <a:normAutofit/>
          </a:bodyPr>
          <a:lstStyle>
            <a:lvl1pPr indent="-342900" lvl="0" marL="457200" algn="l">
              <a:lnSpc>
                <a:spcPct val="90000"/>
              </a:lnSpc>
              <a:spcBef>
                <a:spcPts val="1000"/>
              </a:spcBef>
              <a:spcAft>
                <a:spcPts val="0"/>
              </a:spcAft>
              <a:buClr>
                <a:schemeClr val="lt1"/>
              </a:buClr>
              <a:buSzPts val="1800"/>
              <a:buChar char="•"/>
              <a:defRPr/>
            </a:lvl1pPr>
            <a:lvl2pPr indent="-342900" lvl="1" marL="914400" algn="l">
              <a:lnSpc>
                <a:spcPct val="90000"/>
              </a:lnSpc>
              <a:spcBef>
                <a:spcPts val="500"/>
              </a:spcBef>
              <a:spcAft>
                <a:spcPts val="0"/>
              </a:spcAft>
              <a:buClr>
                <a:schemeClr val="lt1"/>
              </a:buClr>
              <a:buSzPts val="1800"/>
              <a:buChar char="•"/>
              <a:defRPr/>
            </a:lvl2pPr>
            <a:lvl3pPr indent="-342900" lvl="2" marL="1371600" algn="l">
              <a:lnSpc>
                <a:spcPct val="90000"/>
              </a:lnSpc>
              <a:spcBef>
                <a:spcPts val="500"/>
              </a:spcBef>
              <a:spcAft>
                <a:spcPts val="0"/>
              </a:spcAft>
              <a:buClr>
                <a:schemeClr val="lt1"/>
              </a:buClr>
              <a:buSzPts val="1800"/>
              <a:buChar char="•"/>
              <a:defRPr/>
            </a:lvl3pPr>
            <a:lvl4pPr indent="-342900" lvl="3" marL="1828800" algn="l">
              <a:lnSpc>
                <a:spcPct val="90000"/>
              </a:lnSpc>
              <a:spcBef>
                <a:spcPts val="500"/>
              </a:spcBef>
              <a:spcAft>
                <a:spcPts val="0"/>
              </a:spcAft>
              <a:buClr>
                <a:schemeClr val="lt1"/>
              </a:buClr>
              <a:buSzPts val="1800"/>
              <a:buChar char="•"/>
              <a:defRPr/>
            </a:lvl4pPr>
            <a:lvl5pPr indent="-342900" lvl="4" marL="2286000" algn="l">
              <a:lnSpc>
                <a:spcPct val="90000"/>
              </a:lnSpc>
              <a:spcBef>
                <a:spcPts val="500"/>
              </a:spcBef>
              <a:spcAft>
                <a:spcPts val="0"/>
              </a:spcAft>
              <a:buClr>
                <a:schemeClr val="lt1"/>
              </a:buClr>
              <a:buSzPts val="1800"/>
              <a:buChar char="•"/>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60" name="Google Shape;60;p24"/>
          <p:cNvSpPr txBox="1"/>
          <p:nvPr>
            <p:ph idx="2" type="body"/>
          </p:nvPr>
        </p:nvSpPr>
        <p:spPr>
          <a:xfrm>
            <a:off x="685800" y="3124199"/>
            <a:ext cx="4114800" cy="309448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600"/>
              <a:buNone/>
              <a:defRPr sz="1600"/>
            </a:lvl1pPr>
            <a:lvl2pPr indent="-228600" lvl="1" marL="914400" algn="l">
              <a:lnSpc>
                <a:spcPct val="90000"/>
              </a:lnSpc>
              <a:spcBef>
                <a:spcPts val="500"/>
              </a:spcBef>
              <a:spcAft>
                <a:spcPts val="0"/>
              </a:spcAft>
              <a:buClr>
                <a:schemeClr val="lt1"/>
              </a:buClr>
              <a:buSzPts val="1400"/>
              <a:buNone/>
              <a:defRPr sz="1400"/>
            </a:lvl2pPr>
            <a:lvl3pPr indent="-228600" lvl="2" marL="1371600" algn="l">
              <a:lnSpc>
                <a:spcPct val="90000"/>
              </a:lnSpc>
              <a:spcBef>
                <a:spcPts val="500"/>
              </a:spcBef>
              <a:spcAft>
                <a:spcPts val="0"/>
              </a:spcAft>
              <a:buClr>
                <a:schemeClr val="lt1"/>
              </a:buClr>
              <a:buSzPts val="1200"/>
              <a:buNone/>
              <a:defRPr sz="1200"/>
            </a:lvl3pPr>
            <a:lvl4pPr indent="-228600" lvl="3" marL="1828800" algn="l">
              <a:lnSpc>
                <a:spcPct val="90000"/>
              </a:lnSpc>
              <a:spcBef>
                <a:spcPts val="500"/>
              </a:spcBef>
              <a:spcAft>
                <a:spcPts val="0"/>
              </a:spcAft>
              <a:buClr>
                <a:schemeClr val="lt1"/>
              </a:buClr>
              <a:buSzPts val="1000"/>
              <a:buNone/>
              <a:defRPr sz="1000"/>
            </a:lvl4pPr>
            <a:lvl5pPr indent="-228600" lvl="4" marL="2286000" algn="l">
              <a:lnSpc>
                <a:spcPct val="90000"/>
              </a:lnSpc>
              <a:spcBef>
                <a:spcPts val="500"/>
              </a:spcBef>
              <a:spcAft>
                <a:spcPts val="0"/>
              </a:spcAft>
              <a:buClr>
                <a:schemeClr val="lt1"/>
              </a:buClr>
              <a:buSzPts val="1000"/>
              <a:buNone/>
              <a:defRPr sz="1000"/>
            </a:lvl5pPr>
            <a:lvl6pPr indent="-228600" lvl="5" marL="2743200" algn="l">
              <a:lnSpc>
                <a:spcPct val="90000"/>
              </a:lnSpc>
              <a:spcBef>
                <a:spcPts val="500"/>
              </a:spcBef>
              <a:spcAft>
                <a:spcPts val="0"/>
              </a:spcAft>
              <a:buClr>
                <a:schemeClr val="lt1"/>
              </a:buClr>
              <a:buSzPts val="1000"/>
              <a:buNone/>
              <a:defRPr sz="1000"/>
            </a:lvl6pPr>
            <a:lvl7pPr indent="-228600" lvl="6" marL="3200400" algn="l">
              <a:lnSpc>
                <a:spcPct val="90000"/>
              </a:lnSpc>
              <a:spcBef>
                <a:spcPts val="500"/>
              </a:spcBef>
              <a:spcAft>
                <a:spcPts val="0"/>
              </a:spcAft>
              <a:buClr>
                <a:schemeClr val="lt1"/>
              </a:buClr>
              <a:buSzPts val="1000"/>
              <a:buNone/>
              <a:defRPr sz="1000"/>
            </a:lvl7pPr>
            <a:lvl8pPr indent="-228600" lvl="7" marL="3657600" algn="l">
              <a:lnSpc>
                <a:spcPct val="90000"/>
              </a:lnSpc>
              <a:spcBef>
                <a:spcPts val="500"/>
              </a:spcBef>
              <a:spcAft>
                <a:spcPts val="0"/>
              </a:spcAft>
              <a:buClr>
                <a:schemeClr val="lt1"/>
              </a:buClr>
              <a:buSzPts val="1000"/>
              <a:buNone/>
              <a:defRPr sz="1000"/>
            </a:lvl8pPr>
            <a:lvl9pPr indent="-228600" lvl="8" marL="4114800" algn="l">
              <a:lnSpc>
                <a:spcPct val="90000"/>
              </a:lnSpc>
              <a:spcBef>
                <a:spcPts val="500"/>
              </a:spcBef>
              <a:spcAft>
                <a:spcPts val="0"/>
              </a:spcAft>
              <a:buClr>
                <a:schemeClr val="lt1"/>
              </a:buClr>
              <a:buSzPts val="1000"/>
              <a:buNone/>
              <a:defRPr sz="1000"/>
            </a:lvl9pPr>
          </a:lstStyle>
          <a:p/>
        </p:txBody>
      </p:sp>
      <p:sp>
        <p:nvSpPr>
          <p:cNvPr id="61" name="Google Shape;61;p24"/>
          <p:cNvSpPr txBox="1"/>
          <p:nvPr>
            <p:ph idx="10" type="dt"/>
          </p:nvPr>
        </p:nvSpPr>
        <p:spPr>
          <a:xfrm>
            <a:off x="8595360" y="6356350"/>
            <a:ext cx="291084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2" name="Google Shape;62;p24"/>
          <p:cNvSpPr txBox="1"/>
          <p:nvPr>
            <p:ph idx="11" type="ftr"/>
          </p:nvPr>
        </p:nvSpPr>
        <p:spPr>
          <a:xfrm>
            <a:off x="685800" y="6355845"/>
            <a:ext cx="77724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24"/>
          <p:cNvSpPr txBox="1"/>
          <p:nvPr>
            <p:ph idx="12" type="sldNum"/>
          </p:nvPr>
        </p:nvSpPr>
        <p:spPr>
          <a:xfrm>
            <a:off x="8763000" y="38100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4" name="Shape 64"/>
        <p:cNvGrpSpPr/>
        <p:nvPr/>
      </p:nvGrpSpPr>
      <p:grpSpPr>
        <a:xfrm>
          <a:off x="0" y="0"/>
          <a:ext cx="0" cy="0"/>
          <a:chOff x="0" y="0"/>
          <a:chExt cx="0" cy="0"/>
        </a:xfrm>
      </p:grpSpPr>
      <p:sp>
        <p:nvSpPr>
          <p:cNvPr id="65" name="Google Shape;65;p25"/>
          <p:cNvSpPr txBox="1"/>
          <p:nvPr>
            <p:ph type="title"/>
          </p:nvPr>
        </p:nvSpPr>
        <p:spPr>
          <a:xfrm>
            <a:off x="685800" y="1524000"/>
            <a:ext cx="6873240"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lt1"/>
              </a:buClr>
              <a:buSzPts val="3200"/>
              <a:buFont typeface="Century Gothic"/>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6" name="Google Shape;66;p25"/>
          <p:cNvSpPr/>
          <p:nvPr>
            <p:ph idx="2" type="pic"/>
          </p:nvPr>
        </p:nvSpPr>
        <p:spPr>
          <a:xfrm>
            <a:off x="7861238" y="751241"/>
            <a:ext cx="3644962" cy="5467443"/>
          </a:xfrm>
          <a:prstGeom prst="rect">
            <a:avLst/>
          </a:prstGeom>
          <a:noFill/>
          <a:ln>
            <a:noFill/>
          </a:ln>
        </p:spPr>
      </p:sp>
      <p:sp>
        <p:nvSpPr>
          <p:cNvPr id="67" name="Google Shape;67;p25"/>
          <p:cNvSpPr txBox="1"/>
          <p:nvPr>
            <p:ph idx="1" type="body"/>
          </p:nvPr>
        </p:nvSpPr>
        <p:spPr>
          <a:xfrm>
            <a:off x="685800" y="3124199"/>
            <a:ext cx="6873240" cy="309448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600"/>
              <a:buNone/>
              <a:defRPr sz="1600"/>
            </a:lvl1pPr>
            <a:lvl2pPr indent="-228600" lvl="1" marL="914400" algn="l">
              <a:lnSpc>
                <a:spcPct val="90000"/>
              </a:lnSpc>
              <a:spcBef>
                <a:spcPts val="500"/>
              </a:spcBef>
              <a:spcAft>
                <a:spcPts val="0"/>
              </a:spcAft>
              <a:buClr>
                <a:schemeClr val="lt1"/>
              </a:buClr>
              <a:buSzPts val="1400"/>
              <a:buNone/>
              <a:defRPr sz="1400"/>
            </a:lvl2pPr>
            <a:lvl3pPr indent="-228600" lvl="2" marL="1371600" algn="l">
              <a:lnSpc>
                <a:spcPct val="90000"/>
              </a:lnSpc>
              <a:spcBef>
                <a:spcPts val="500"/>
              </a:spcBef>
              <a:spcAft>
                <a:spcPts val="0"/>
              </a:spcAft>
              <a:buClr>
                <a:schemeClr val="lt1"/>
              </a:buClr>
              <a:buSzPts val="1200"/>
              <a:buNone/>
              <a:defRPr sz="1200"/>
            </a:lvl3pPr>
            <a:lvl4pPr indent="-228600" lvl="3" marL="1828800" algn="l">
              <a:lnSpc>
                <a:spcPct val="90000"/>
              </a:lnSpc>
              <a:spcBef>
                <a:spcPts val="500"/>
              </a:spcBef>
              <a:spcAft>
                <a:spcPts val="0"/>
              </a:spcAft>
              <a:buClr>
                <a:schemeClr val="lt1"/>
              </a:buClr>
              <a:buSzPts val="1000"/>
              <a:buNone/>
              <a:defRPr sz="1000"/>
            </a:lvl4pPr>
            <a:lvl5pPr indent="-228600" lvl="4" marL="2286000" algn="l">
              <a:lnSpc>
                <a:spcPct val="90000"/>
              </a:lnSpc>
              <a:spcBef>
                <a:spcPts val="500"/>
              </a:spcBef>
              <a:spcAft>
                <a:spcPts val="0"/>
              </a:spcAft>
              <a:buClr>
                <a:schemeClr val="lt1"/>
              </a:buClr>
              <a:buSzPts val="1000"/>
              <a:buNone/>
              <a:defRPr sz="1000"/>
            </a:lvl5pPr>
            <a:lvl6pPr indent="-228600" lvl="5" marL="2743200" algn="l">
              <a:lnSpc>
                <a:spcPct val="90000"/>
              </a:lnSpc>
              <a:spcBef>
                <a:spcPts val="500"/>
              </a:spcBef>
              <a:spcAft>
                <a:spcPts val="0"/>
              </a:spcAft>
              <a:buClr>
                <a:schemeClr val="lt1"/>
              </a:buClr>
              <a:buSzPts val="1000"/>
              <a:buNone/>
              <a:defRPr sz="1000"/>
            </a:lvl6pPr>
            <a:lvl7pPr indent="-228600" lvl="6" marL="3200400" algn="l">
              <a:lnSpc>
                <a:spcPct val="90000"/>
              </a:lnSpc>
              <a:spcBef>
                <a:spcPts val="500"/>
              </a:spcBef>
              <a:spcAft>
                <a:spcPts val="0"/>
              </a:spcAft>
              <a:buClr>
                <a:schemeClr val="lt1"/>
              </a:buClr>
              <a:buSzPts val="1000"/>
              <a:buNone/>
              <a:defRPr sz="1000"/>
            </a:lvl7pPr>
            <a:lvl8pPr indent="-228600" lvl="7" marL="3657600" algn="l">
              <a:lnSpc>
                <a:spcPct val="90000"/>
              </a:lnSpc>
              <a:spcBef>
                <a:spcPts val="500"/>
              </a:spcBef>
              <a:spcAft>
                <a:spcPts val="0"/>
              </a:spcAft>
              <a:buClr>
                <a:schemeClr val="lt1"/>
              </a:buClr>
              <a:buSzPts val="1000"/>
              <a:buNone/>
              <a:defRPr sz="1000"/>
            </a:lvl8pPr>
            <a:lvl9pPr indent="-228600" lvl="8" marL="4114800" algn="l">
              <a:lnSpc>
                <a:spcPct val="90000"/>
              </a:lnSpc>
              <a:spcBef>
                <a:spcPts val="500"/>
              </a:spcBef>
              <a:spcAft>
                <a:spcPts val="0"/>
              </a:spcAft>
              <a:buClr>
                <a:schemeClr val="lt1"/>
              </a:buClr>
              <a:buSzPts val="1000"/>
              <a:buNone/>
              <a:defRPr sz="1000"/>
            </a:lvl9pPr>
          </a:lstStyle>
          <a:p/>
        </p:txBody>
      </p:sp>
      <p:sp>
        <p:nvSpPr>
          <p:cNvPr id="68" name="Google Shape;68;p25"/>
          <p:cNvSpPr txBox="1"/>
          <p:nvPr>
            <p:ph idx="10" type="dt"/>
          </p:nvPr>
        </p:nvSpPr>
        <p:spPr>
          <a:xfrm>
            <a:off x="8595360" y="6356350"/>
            <a:ext cx="291084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9" name="Google Shape;69;p25"/>
          <p:cNvSpPr txBox="1"/>
          <p:nvPr>
            <p:ph idx="11" type="ftr"/>
          </p:nvPr>
        </p:nvSpPr>
        <p:spPr>
          <a:xfrm>
            <a:off x="685800" y="6355845"/>
            <a:ext cx="77724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25"/>
          <p:cNvSpPr txBox="1"/>
          <p:nvPr>
            <p:ph idx="12" type="sldNum"/>
          </p:nvPr>
        </p:nvSpPr>
        <p:spPr>
          <a:xfrm>
            <a:off x="8763000" y="38100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anoramic Picture with Caption">
  <p:cSld name="Panoramic Picture with Caption">
    <p:spTree>
      <p:nvGrpSpPr>
        <p:cNvPr id="71" name="Shape 71"/>
        <p:cNvGrpSpPr/>
        <p:nvPr/>
      </p:nvGrpSpPr>
      <p:grpSpPr>
        <a:xfrm>
          <a:off x="0" y="0"/>
          <a:ext cx="0" cy="0"/>
          <a:chOff x="0" y="0"/>
          <a:chExt cx="0" cy="0"/>
        </a:xfrm>
      </p:grpSpPr>
      <p:sp>
        <p:nvSpPr>
          <p:cNvPr id="72" name="Google Shape;72;p26"/>
          <p:cNvSpPr txBox="1"/>
          <p:nvPr>
            <p:ph type="title"/>
          </p:nvPr>
        </p:nvSpPr>
        <p:spPr>
          <a:xfrm>
            <a:off x="685777" y="4697360"/>
            <a:ext cx="10822034" cy="819355"/>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lt1"/>
              </a:buClr>
              <a:buSzPts val="3200"/>
              <a:buFont typeface="Century Gothic"/>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3" name="Google Shape;73;p26"/>
          <p:cNvSpPr/>
          <p:nvPr>
            <p:ph idx="2" type="pic"/>
          </p:nvPr>
        </p:nvSpPr>
        <p:spPr>
          <a:xfrm>
            <a:off x="681727" y="941439"/>
            <a:ext cx="10821840" cy="3478161"/>
          </a:xfrm>
          <a:prstGeom prst="rect">
            <a:avLst/>
          </a:prstGeom>
          <a:noFill/>
          <a:ln>
            <a:noFill/>
          </a:ln>
        </p:spPr>
      </p:sp>
      <p:sp>
        <p:nvSpPr>
          <p:cNvPr id="74" name="Google Shape;74;p26"/>
          <p:cNvSpPr txBox="1"/>
          <p:nvPr>
            <p:ph idx="1" type="body"/>
          </p:nvPr>
        </p:nvSpPr>
        <p:spPr>
          <a:xfrm>
            <a:off x="685800" y="5516715"/>
            <a:ext cx="10820400" cy="701969"/>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600"/>
              <a:buNone/>
              <a:defRPr sz="1600"/>
            </a:lvl1pPr>
            <a:lvl2pPr indent="-228600" lvl="1" marL="914400" algn="l">
              <a:lnSpc>
                <a:spcPct val="90000"/>
              </a:lnSpc>
              <a:spcBef>
                <a:spcPts val="500"/>
              </a:spcBef>
              <a:spcAft>
                <a:spcPts val="0"/>
              </a:spcAft>
              <a:buClr>
                <a:schemeClr val="lt1"/>
              </a:buClr>
              <a:buSzPts val="1400"/>
              <a:buNone/>
              <a:defRPr sz="1400"/>
            </a:lvl2pPr>
            <a:lvl3pPr indent="-228600" lvl="2" marL="1371600" algn="l">
              <a:lnSpc>
                <a:spcPct val="90000"/>
              </a:lnSpc>
              <a:spcBef>
                <a:spcPts val="500"/>
              </a:spcBef>
              <a:spcAft>
                <a:spcPts val="0"/>
              </a:spcAft>
              <a:buClr>
                <a:schemeClr val="lt1"/>
              </a:buClr>
              <a:buSzPts val="1200"/>
              <a:buNone/>
              <a:defRPr sz="1200"/>
            </a:lvl3pPr>
            <a:lvl4pPr indent="-228600" lvl="3" marL="1828800" algn="l">
              <a:lnSpc>
                <a:spcPct val="90000"/>
              </a:lnSpc>
              <a:spcBef>
                <a:spcPts val="500"/>
              </a:spcBef>
              <a:spcAft>
                <a:spcPts val="0"/>
              </a:spcAft>
              <a:buClr>
                <a:schemeClr val="lt1"/>
              </a:buClr>
              <a:buSzPts val="1000"/>
              <a:buNone/>
              <a:defRPr sz="1000"/>
            </a:lvl4pPr>
            <a:lvl5pPr indent="-228600" lvl="4" marL="2286000" algn="l">
              <a:lnSpc>
                <a:spcPct val="90000"/>
              </a:lnSpc>
              <a:spcBef>
                <a:spcPts val="500"/>
              </a:spcBef>
              <a:spcAft>
                <a:spcPts val="0"/>
              </a:spcAft>
              <a:buClr>
                <a:schemeClr val="lt1"/>
              </a:buClr>
              <a:buSzPts val="1000"/>
              <a:buNone/>
              <a:defRPr sz="1000"/>
            </a:lvl5pPr>
            <a:lvl6pPr indent="-228600" lvl="5" marL="2743200" algn="l">
              <a:lnSpc>
                <a:spcPct val="90000"/>
              </a:lnSpc>
              <a:spcBef>
                <a:spcPts val="500"/>
              </a:spcBef>
              <a:spcAft>
                <a:spcPts val="0"/>
              </a:spcAft>
              <a:buClr>
                <a:schemeClr val="lt1"/>
              </a:buClr>
              <a:buSzPts val="1000"/>
              <a:buNone/>
              <a:defRPr sz="1000"/>
            </a:lvl6pPr>
            <a:lvl7pPr indent="-228600" lvl="6" marL="3200400" algn="l">
              <a:lnSpc>
                <a:spcPct val="90000"/>
              </a:lnSpc>
              <a:spcBef>
                <a:spcPts val="500"/>
              </a:spcBef>
              <a:spcAft>
                <a:spcPts val="0"/>
              </a:spcAft>
              <a:buClr>
                <a:schemeClr val="lt1"/>
              </a:buClr>
              <a:buSzPts val="1000"/>
              <a:buNone/>
              <a:defRPr sz="1000"/>
            </a:lvl7pPr>
            <a:lvl8pPr indent="-228600" lvl="7" marL="3657600" algn="l">
              <a:lnSpc>
                <a:spcPct val="90000"/>
              </a:lnSpc>
              <a:spcBef>
                <a:spcPts val="500"/>
              </a:spcBef>
              <a:spcAft>
                <a:spcPts val="0"/>
              </a:spcAft>
              <a:buClr>
                <a:schemeClr val="lt1"/>
              </a:buClr>
              <a:buSzPts val="1000"/>
              <a:buNone/>
              <a:defRPr sz="1000"/>
            </a:lvl8pPr>
            <a:lvl9pPr indent="-228600" lvl="8" marL="4114800" algn="l">
              <a:lnSpc>
                <a:spcPct val="90000"/>
              </a:lnSpc>
              <a:spcBef>
                <a:spcPts val="500"/>
              </a:spcBef>
              <a:spcAft>
                <a:spcPts val="0"/>
              </a:spcAft>
              <a:buClr>
                <a:schemeClr val="lt1"/>
              </a:buClr>
              <a:buSzPts val="1000"/>
              <a:buNone/>
              <a:defRPr sz="1000"/>
            </a:lvl9pPr>
          </a:lstStyle>
          <a:p/>
        </p:txBody>
      </p:sp>
      <p:sp>
        <p:nvSpPr>
          <p:cNvPr id="75" name="Google Shape;75;p26"/>
          <p:cNvSpPr txBox="1"/>
          <p:nvPr>
            <p:ph idx="10" type="dt"/>
          </p:nvPr>
        </p:nvSpPr>
        <p:spPr>
          <a:xfrm>
            <a:off x="8595360" y="6356350"/>
            <a:ext cx="291084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26"/>
          <p:cNvSpPr txBox="1"/>
          <p:nvPr>
            <p:ph idx="11" type="ftr"/>
          </p:nvPr>
        </p:nvSpPr>
        <p:spPr>
          <a:xfrm>
            <a:off x="685800" y="6355845"/>
            <a:ext cx="77724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26"/>
          <p:cNvSpPr txBox="1"/>
          <p:nvPr>
            <p:ph idx="12" type="sldNum"/>
          </p:nvPr>
        </p:nvSpPr>
        <p:spPr>
          <a:xfrm>
            <a:off x="8763000" y="38100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aption" showMasterSp="0">
  <p:cSld name="Title and Caption">
    <p:spTree>
      <p:nvGrpSpPr>
        <p:cNvPr id="78" name="Shape 78"/>
        <p:cNvGrpSpPr/>
        <p:nvPr/>
      </p:nvGrpSpPr>
      <p:grpSpPr>
        <a:xfrm>
          <a:off x="0" y="0"/>
          <a:ext cx="0" cy="0"/>
          <a:chOff x="0" y="0"/>
          <a:chExt cx="0" cy="0"/>
        </a:xfrm>
      </p:grpSpPr>
      <p:pic>
        <p:nvPicPr>
          <p:cNvPr descr="C0-HD-BTM.png" id="79" name="Google Shape;79;p27"/>
          <p:cNvPicPr preferRelativeResize="0"/>
          <p:nvPr/>
        </p:nvPicPr>
        <p:blipFill rotWithShape="1">
          <a:blip r:embed="rId2">
            <a:alphaModFix/>
          </a:blip>
          <a:srcRect b="0" l="0" r="0" t="0"/>
          <a:stretch/>
        </p:blipFill>
        <p:spPr>
          <a:xfrm>
            <a:off x="0" y="4375150"/>
            <a:ext cx="12192000" cy="2482850"/>
          </a:xfrm>
          <a:prstGeom prst="rect">
            <a:avLst/>
          </a:prstGeom>
          <a:noFill/>
          <a:ln>
            <a:noFill/>
          </a:ln>
        </p:spPr>
      </p:pic>
      <p:sp>
        <p:nvSpPr>
          <p:cNvPr id="80" name="Google Shape;80;p27"/>
          <p:cNvSpPr txBox="1"/>
          <p:nvPr>
            <p:ph type="title"/>
          </p:nvPr>
        </p:nvSpPr>
        <p:spPr>
          <a:xfrm>
            <a:off x="685800" y="753532"/>
            <a:ext cx="10820400" cy="2802467"/>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lt1"/>
              </a:buClr>
              <a:buSzPts val="3200"/>
              <a:buFont typeface="Century Gothic"/>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1" name="Google Shape;81;p27"/>
          <p:cNvSpPr txBox="1"/>
          <p:nvPr>
            <p:ph idx="1" type="body"/>
          </p:nvPr>
        </p:nvSpPr>
        <p:spPr>
          <a:xfrm>
            <a:off x="1024467" y="3649133"/>
            <a:ext cx="10130516" cy="999067"/>
          </a:xfrm>
          <a:prstGeom prst="rect">
            <a:avLst/>
          </a:prstGeom>
          <a:noFill/>
          <a:ln>
            <a:noFill/>
          </a:ln>
        </p:spPr>
        <p:txBody>
          <a:bodyPr anchorCtr="0" anchor="ctr"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600"/>
              <a:buNone/>
              <a:defRPr sz="1600"/>
            </a:lvl1pPr>
            <a:lvl2pPr indent="-228600" lvl="1" marL="914400" algn="l">
              <a:lnSpc>
                <a:spcPct val="90000"/>
              </a:lnSpc>
              <a:spcBef>
                <a:spcPts val="500"/>
              </a:spcBef>
              <a:spcAft>
                <a:spcPts val="0"/>
              </a:spcAft>
              <a:buClr>
                <a:schemeClr val="lt1"/>
              </a:buClr>
              <a:buSzPts val="1400"/>
              <a:buNone/>
              <a:defRPr sz="1400"/>
            </a:lvl2pPr>
            <a:lvl3pPr indent="-228600" lvl="2" marL="1371600" algn="l">
              <a:lnSpc>
                <a:spcPct val="90000"/>
              </a:lnSpc>
              <a:spcBef>
                <a:spcPts val="500"/>
              </a:spcBef>
              <a:spcAft>
                <a:spcPts val="0"/>
              </a:spcAft>
              <a:buClr>
                <a:schemeClr val="lt1"/>
              </a:buClr>
              <a:buSzPts val="1200"/>
              <a:buNone/>
              <a:defRPr sz="1200"/>
            </a:lvl3pPr>
            <a:lvl4pPr indent="-228600" lvl="3" marL="1828800" algn="l">
              <a:lnSpc>
                <a:spcPct val="90000"/>
              </a:lnSpc>
              <a:spcBef>
                <a:spcPts val="500"/>
              </a:spcBef>
              <a:spcAft>
                <a:spcPts val="0"/>
              </a:spcAft>
              <a:buClr>
                <a:schemeClr val="lt1"/>
              </a:buClr>
              <a:buSzPts val="1000"/>
              <a:buNone/>
              <a:defRPr sz="1000"/>
            </a:lvl4pPr>
            <a:lvl5pPr indent="-228600" lvl="4" marL="2286000" algn="l">
              <a:lnSpc>
                <a:spcPct val="90000"/>
              </a:lnSpc>
              <a:spcBef>
                <a:spcPts val="500"/>
              </a:spcBef>
              <a:spcAft>
                <a:spcPts val="0"/>
              </a:spcAft>
              <a:buClr>
                <a:schemeClr val="lt1"/>
              </a:buClr>
              <a:buSzPts val="1000"/>
              <a:buNone/>
              <a:defRPr sz="1000"/>
            </a:lvl5pPr>
            <a:lvl6pPr indent="-228600" lvl="5" marL="2743200" algn="l">
              <a:lnSpc>
                <a:spcPct val="90000"/>
              </a:lnSpc>
              <a:spcBef>
                <a:spcPts val="500"/>
              </a:spcBef>
              <a:spcAft>
                <a:spcPts val="0"/>
              </a:spcAft>
              <a:buClr>
                <a:schemeClr val="lt1"/>
              </a:buClr>
              <a:buSzPts val="1000"/>
              <a:buNone/>
              <a:defRPr sz="1000"/>
            </a:lvl6pPr>
            <a:lvl7pPr indent="-228600" lvl="6" marL="3200400" algn="l">
              <a:lnSpc>
                <a:spcPct val="90000"/>
              </a:lnSpc>
              <a:spcBef>
                <a:spcPts val="500"/>
              </a:spcBef>
              <a:spcAft>
                <a:spcPts val="0"/>
              </a:spcAft>
              <a:buClr>
                <a:schemeClr val="lt1"/>
              </a:buClr>
              <a:buSzPts val="1000"/>
              <a:buNone/>
              <a:defRPr sz="1000"/>
            </a:lvl7pPr>
            <a:lvl8pPr indent="-228600" lvl="7" marL="3657600" algn="l">
              <a:lnSpc>
                <a:spcPct val="90000"/>
              </a:lnSpc>
              <a:spcBef>
                <a:spcPts val="500"/>
              </a:spcBef>
              <a:spcAft>
                <a:spcPts val="0"/>
              </a:spcAft>
              <a:buClr>
                <a:schemeClr val="lt1"/>
              </a:buClr>
              <a:buSzPts val="1000"/>
              <a:buNone/>
              <a:defRPr sz="1000"/>
            </a:lvl8pPr>
            <a:lvl9pPr indent="-228600" lvl="8" marL="4114800" algn="l">
              <a:lnSpc>
                <a:spcPct val="90000"/>
              </a:lnSpc>
              <a:spcBef>
                <a:spcPts val="500"/>
              </a:spcBef>
              <a:spcAft>
                <a:spcPts val="0"/>
              </a:spcAft>
              <a:buClr>
                <a:schemeClr val="lt1"/>
              </a:buClr>
              <a:buSzPts val="1000"/>
              <a:buNone/>
              <a:defRPr sz="1000"/>
            </a:lvl9pPr>
          </a:lstStyle>
          <a:p/>
        </p:txBody>
      </p:sp>
      <p:sp>
        <p:nvSpPr>
          <p:cNvPr id="82" name="Google Shape;82;p27"/>
          <p:cNvSpPr txBox="1"/>
          <p:nvPr>
            <p:ph idx="10" type="dt"/>
          </p:nvPr>
        </p:nvSpPr>
        <p:spPr>
          <a:xfrm>
            <a:off x="7814452" y="381000"/>
            <a:ext cx="291084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27"/>
          <p:cNvSpPr txBox="1"/>
          <p:nvPr>
            <p:ph idx="11" type="ftr"/>
          </p:nvPr>
        </p:nvSpPr>
        <p:spPr>
          <a:xfrm>
            <a:off x="685800" y="379941"/>
            <a:ext cx="699149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4" name="Google Shape;84;p27"/>
          <p:cNvSpPr txBox="1"/>
          <p:nvPr>
            <p:ph idx="12" type="sldNum"/>
          </p:nvPr>
        </p:nvSpPr>
        <p:spPr>
          <a:xfrm>
            <a:off x="10862452" y="381000"/>
            <a:ext cx="643748"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with Caption" showMasterSp="0">
  <p:cSld name="Quote with Caption">
    <p:spTree>
      <p:nvGrpSpPr>
        <p:cNvPr id="85" name="Shape 85"/>
        <p:cNvGrpSpPr/>
        <p:nvPr/>
      </p:nvGrpSpPr>
      <p:grpSpPr>
        <a:xfrm>
          <a:off x="0" y="0"/>
          <a:ext cx="0" cy="0"/>
          <a:chOff x="0" y="0"/>
          <a:chExt cx="0" cy="0"/>
        </a:xfrm>
      </p:grpSpPr>
      <p:pic>
        <p:nvPicPr>
          <p:cNvPr descr="C0-HD-BTM.png" id="86" name="Google Shape;86;p28"/>
          <p:cNvPicPr preferRelativeResize="0"/>
          <p:nvPr/>
        </p:nvPicPr>
        <p:blipFill rotWithShape="1">
          <a:blip r:embed="rId2">
            <a:alphaModFix/>
          </a:blip>
          <a:srcRect b="0" l="0" r="0" t="0"/>
          <a:stretch/>
        </p:blipFill>
        <p:spPr>
          <a:xfrm>
            <a:off x="0" y="4375150"/>
            <a:ext cx="12192000" cy="2482850"/>
          </a:xfrm>
          <a:prstGeom prst="rect">
            <a:avLst/>
          </a:prstGeom>
          <a:noFill/>
          <a:ln>
            <a:noFill/>
          </a:ln>
        </p:spPr>
      </p:pic>
      <p:sp>
        <p:nvSpPr>
          <p:cNvPr id="87" name="Google Shape;87;p28"/>
          <p:cNvSpPr txBox="1"/>
          <p:nvPr>
            <p:ph type="title"/>
          </p:nvPr>
        </p:nvSpPr>
        <p:spPr>
          <a:xfrm>
            <a:off x="1024467" y="753533"/>
            <a:ext cx="10151533" cy="2604495"/>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lt1"/>
              </a:buClr>
              <a:buSzPts val="3200"/>
              <a:buFont typeface="Century Gothic"/>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8" name="Google Shape;88;p28"/>
          <p:cNvSpPr txBox="1"/>
          <p:nvPr>
            <p:ph idx="1" type="body"/>
          </p:nvPr>
        </p:nvSpPr>
        <p:spPr>
          <a:xfrm>
            <a:off x="1303865" y="3365556"/>
            <a:ext cx="9592736" cy="444443"/>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400"/>
              <a:buNone/>
              <a:defRPr sz="1400"/>
            </a:lvl1pPr>
            <a:lvl2pPr indent="-228600" lvl="1" marL="914400" algn="l">
              <a:lnSpc>
                <a:spcPct val="90000"/>
              </a:lnSpc>
              <a:spcBef>
                <a:spcPts val="500"/>
              </a:spcBef>
              <a:spcAft>
                <a:spcPts val="0"/>
              </a:spcAft>
              <a:buClr>
                <a:schemeClr val="lt1"/>
              </a:buClr>
              <a:buSzPts val="1400"/>
              <a:buNone/>
              <a:defRPr sz="1400"/>
            </a:lvl2pPr>
            <a:lvl3pPr indent="-228600" lvl="2" marL="1371600" algn="l">
              <a:lnSpc>
                <a:spcPct val="90000"/>
              </a:lnSpc>
              <a:spcBef>
                <a:spcPts val="500"/>
              </a:spcBef>
              <a:spcAft>
                <a:spcPts val="0"/>
              </a:spcAft>
              <a:buClr>
                <a:schemeClr val="lt1"/>
              </a:buClr>
              <a:buSzPts val="1200"/>
              <a:buNone/>
              <a:defRPr sz="1200"/>
            </a:lvl3pPr>
            <a:lvl4pPr indent="-228600" lvl="3" marL="1828800" algn="l">
              <a:lnSpc>
                <a:spcPct val="90000"/>
              </a:lnSpc>
              <a:spcBef>
                <a:spcPts val="500"/>
              </a:spcBef>
              <a:spcAft>
                <a:spcPts val="0"/>
              </a:spcAft>
              <a:buClr>
                <a:schemeClr val="lt1"/>
              </a:buClr>
              <a:buSzPts val="1000"/>
              <a:buNone/>
              <a:defRPr sz="1000"/>
            </a:lvl4pPr>
            <a:lvl5pPr indent="-228600" lvl="4" marL="2286000" algn="l">
              <a:lnSpc>
                <a:spcPct val="90000"/>
              </a:lnSpc>
              <a:spcBef>
                <a:spcPts val="500"/>
              </a:spcBef>
              <a:spcAft>
                <a:spcPts val="0"/>
              </a:spcAft>
              <a:buClr>
                <a:schemeClr val="lt1"/>
              </a:buClr>
              <a:buSzPts val="1000"/>
              <a:buNone/>
              <a:defRPr sz="1000"/>
            </a:lvl5pPr>
            <a:lvl6pPr indent="-228600" lvl="5" marL="2743200" algn="l">
              <a:lnSpc>
                <a:spcPct val="90000"/>
              </a:lnSpc>
              <a:spcBef>
                <a:spcPts val="500"/>
              </a:spcBef>
              <a:spcAft>
                <a:spcPts val="0"/>
              </a:spcAft>
              <a:buClr>
                <a:schemeClr val="lt1"/>
              </a:buClr>
              <a:buSzPts val="1000"/>
              <a:buNone/>
              <a:defRPr sz="1000"/>
            </a:lvl6pPr>
            <a:lvl7pPr indent="-228600" lvl="6" marL="3200400" algn="l">
              <a:lnSpc>
                <a:spcPct val="90000"/>
              </a:lnSpc>
              <a:spcBef>
                <a:spcPts val="500"/>
              </a:spcBef>
              <a:spcAft>
                <a:spcPts val="0"/>
              </a:spcAft>
              <a:buClr>
                <a:schemeClr val="lt1"/>
              </a:buClr>
              <a:buSzPts val="1000"/>
              <a:buNone/>
              <a:defRPr sz="1000"/>
            </a:lvl7pPr>
            <a:lvl8pPr indent="-228600" lvl="7" marL="3657600" algn="l">
              <a:lnSpc>
                <a:spcPct val="90000"/>
              </a:lnSpc>
              <a:spcBef>
                <a:spcPts val="500"/>
              </a:spcBef>
              <a:spcAft>
                <a:spcPts val="0"/>
              </a:spcAft>
              <a:buClr>
                <a:schemeClr val="lt1"/>
              </a:buClr>
              <a:buSzPts val="1000"/>
              <a:buNone/>
              <a:defRPr sz="1000"/>
            </a:lvl8pPr>
            <a:lvl9pPr indent="-228600" lvl="8" marL="4114800" algn="l">
              <a:lnSpc>
                <a:spcPct val="90000"/>
              </a:lnSpc>
              <a:spcBef>
                <a:spcPts val="500"/>
              </a:spcBef>
              <a:spcAft>
                <a:spcPts val="0"/>
              </a:spcAft>
              <a:buClr>
                <a:schemeClr val="lt1"/>
              </a:buClr>
              <a:buSzPts val="1000"/>
              <a:buNone/>
              <a:defRPr sz="1000"/>
            </a:lvl9pPr>
          </a:lstStyle>
          <a:p/>
        </p:txBody>
      </p:sp>
      <p:sp>
        <p:nvSpPr>
          <p:cNvPr id="89" name="Google Shape;89;p28"/>
          <p:cNvSpPr txBox="1"/>
          <p:nvPr>
            <p:ph idx="2" type="body"/>
          </p:nvPr>
        </p:nvSpPr>
        <p:spPr>
          <a:xfrm>
            <a:off x="1024467" y="3959862"/>
            <a:ext cx="10151533" cy="679871"/>
          </a:xfrm>
          <a:prstGeom prst="rect">
            <a:avLst/>
          </a:prstGeom>
          <a:noFill/>
          <a:ln>
            <a:noFill/>
          </a:ln>
        </p:spPr>
        <p:txBody>
          <a:bodyPr anchorCtr="0" anchor="ctr"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600"/>
              <a:buNone/>
              <a:defRPr sz="1600"/>
            </a:lvl1pPr>
            <a:lvl2pPr indent="-228600" lvl="1" marL="914400" algn="l">
              <a:lnSpc>
                <a:spcPct val="90000"/>
              </a:lnSpc>
              <a:spcBef>
                <a:spcPts val="500"/>
              </a:spcBef>
              <a:spcAft>
                <a:spcPts val="0"/>
              </a:spcAft>
              <a:buClr>
                <a:schemeClr val="lt1"/>
              </a:buClr>
              <a:buSzPts val="1400"/>
              <a:buNone/>
              <a:defRPr sz="1400"/>
            </a:lvl2pPr>
            <a:lvl3pPr indent="-228600" lvl="2" marL="1371600" algn="l">
              <a:lnSpc>
                <a:spcPct val="90000"/>
              </a:lnSpc>
              <a:spcBef>
                <a:spcPts val="500"/>
              </a:spcBef>
              <a:spcAft>
                <a:spcPts val="0"/>
              </a:spcAft>
              <a:buClr>
                <a:schemeClr val="lt1"/>
              </a:buClr>
              <a:buSzPts val="1200"/>
              <a:buNone/>
              <a:defRPr sz="1200"/>
            </a:lvl3pPr>
            <a:lvl4pPr indent="-228600" lvl="3" marL="1828800" algn="l">
              <a:lnSpc>
                <a:spcPct val="90000"/>
              </a:lnSpc>
              <a:spcBef>
                <a:spcPts val="500"/>
              </a:spcBef>
              <a:spcAft>
                <a:spcPts val="0"/>
              </a:spcAft>
              <a:buClr>
                <a:schemeClr val="lt1"/>
              </a:buClr>
              <a:buSzPts val="1000"/>
              <a:buNone/>
              <a:defRPr sz="1000"/>
            </a:lvl4pPr>
            <a:lvl5pPr indent="-228600" lvl="4" marL="2286000" algn="l">
              <a:lnSpc>
                <a:spcPct val="90000"/>
              </a:lnSpc>
              <a:spcBef>
                <a:spcPts val="500"/>
              </a:spcBef>
              <a:spcAft>
                <a:spcPts val="0"/>
              </a:spcAft>
              <a:buClr>
                <a:schemeClr val="lt1"/>
              </a:buClr>
              <a:buSzPts val="1000"/>
              <a:buNone/>
              <a:defRPr sz="1000"/>
            </a:lvl5pPr>
            <a:lvl6pPr indent="-228600" lvl="5" marL="2743200" algn="l">
              <a:lnSpc>
                <a:spcPct val="90000"/>
              </a:lnSpc>
              <a:spcBef>
                <a:spcPts val="500"/>
              </a:spcBef>
              <a:spcAft>
                <a:spcPts val="0"/>
              </a:spcAft>
              <a:buClr>
                <a:schemeClr val="lt1"/>
              </a:buClr>
              <a:buSzPts val="1000"/>
              <a:buNone/>
              <a:defRPr sz="1000"/>
            </a:lvl6pPr>
            <a:lvl7pPr indent="-228600" lvl="6" marL="3200400" algn="l">
              <a:lnSpc>
                <a:spcPct val="90000"/>
              </a:lnSpc>
              <a:spcBef>
                <a:spcPts val="500"/>
              </a:spcBef>
              <a:spcAft>
                <a:spcPts val="0"/>
              </a:spcAft>
              <a:buClr>
                <a:schemeClr val="lt1"/>
              </a:buClr>
              <a:buSzPts val="1000"/>
              <a:buNone/>
              <a:defRPr sz="1000"/>
            </a:lvl7pPr>
            <a:lvl8pPr indent="-228600" lvl="7" marL="3657600" algn="l">
              <a:lnSpc>
                <a:spcPct val="90000"/>
              </a:lnSpc>
              <a:spcBef>
                <a:spcPts val="500"/>
              </a:spcBef>
              <a:spcAft>
                <a:spcPts val="0"/>
              </a:spcAft>
              <a:buClr>
                <a:schemeClr val="lt1"/>
              </a:buClr>
              <a:buSzPts val="1000"/>
              <a:buNone/>
              <a:defRPr sz="1000"/>
            </a:lvl8pPr>
            <a:lvl9pPr indent="-228600" lvl="8" marL="4114800" algn="l">
              <a:lnSpc>
                <a:spcPct val="90000"/>
              </a:lnSpc>
              <a:spcBef>
                <a:spcPts val="500"/>
              </a:spcBef>
              <a:spcAft>
                <a:spcPts val="0"/>
              </a:spcAft>
              <a:buClr>
                <a:schemeClr val="lt1"/>
              </a:buClr>
              <a:buSzPts val="1000"/>
              <a:buNone/>
              <a:defRPr sz="1000"/>
            </a:lvl9pPr>
          </a:lstStyle>
          <a:p/>
        </p:txBody>
      </p:sp>
      <p:sp>
        <p:nvSpPr>
          <p:cNvPr id="90" name="Google Shape;90;p28"/>
          <p:cNvSpPr txBox="1"/>
          <p:nvPr>
            <p:ph idx="10" type="dt"/>
          </p:nvPr>
        </p:nvSpPr>
        <p:spPr>
          <a:xfrm>
            <a:off x="7814452" y="381000"/>
            <a:ext cx="291084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1" name="Google Shape;91;p28"/>
          <p:cNvSpPr txBox="1"/>
          <p:nvPr>
            <p:ph idx="11" type="ftr"/>
          </p:nvPr>
        </p:nvSpPr>
        <p:spPr>
          <a:xfrm>
            <a:off x="685800" y="379941"/>
            <a:ext cx="699149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2" name="Google Shape;92;p28"/>
          <p:cNvSpPr txBox="1"/>
          <p:nvPr>
            <p:ph idx="12" type="sldNum"/>
          </p:nvPr>
        </p:nvSpPr>
        <p:spPr>
          <a:xfrm>
            <a:off x="10862452" y="381000"/>
            <a:ext cx="643748"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93" name="Google Shape;93;p28"/>
          <p:cNvSpPr txBox="1"/>
          <p:nvPr/>
        </p:nvSpPr>
        <p:spPr>
          <a:xfrm>
            <a:off x="476250" y="933450"/>
            <a:ext cx="609600" cy="58477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lt1"/>
              </a:buClr>
              <a:buSzPts val="8000"/>
              <a:buFont typeface="Century Gothic"/>
              <a:buNone/>
            </a:pPr>
            <a:r>
              <a:rPr b="0" lang="en-US" sz="8000" cap="none">
                <a:solidFill>
                  <a:schemeClr val="lt1"/>
                </a:solidFill>
                <a:latin typeface="Century Gothic"/>
                <a:ea typeface="Century Gothic"/>
                <a:cs typeface="Century Gothic"/>
                <a:sym typeface="Century Gothic"/>
              </a:rPr>
              <a:t>“</a:t>
            </a:r>
            <a:endParaRPr/>
          </a:p>
        </p:txBody>
      </p:sp>
      <p:sp>
        <p:nvSpPr>
          <p:cNvPr id="94" name="Google Shape;94;p28"/>
          <p:cNvSpPr txBox="1"/>
          <p:nvPr/>
        </p:nvSpPr>
        <p:spPr>
          <a:xfrm>
            <a:off x="10984230" y="2701290"/>
            <a:ext cx="609600" cy="584776"/>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chemeClr val="lt1"/>
              </a:buClr>
              <a:buSzPts val="8000"/>
              <a:buFont typeface="Century Gothic"/>
              <a:buNone/>
            </a:pPr>
            <a:r>
              <a:rPr b="0" lang="en-US" sz="8000" cap="none">
                <a:solidFill>
                  <a:schemeClr val="lt1"/>
                </a:solidFill>
                <a:latin typeface="Century Gothic"/>
                <a:ea typeface="Century Gothic"/>
                <a:cs typeface="Century Gothic"/>
                <a:sym typeface="Century Gothic"/>
              </a:rPr>
              <a:t>”</a:t>
            </a:r>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ame Card" showMasterSp="0">
  <p:cSld name="Name Card">
    <p:spTree>
      <p:nvGrpSpPr>
        <p:cNvPr id="95" name="Shape 95"/>
        <p:cNvGrpSpPr/>
        <p:nvPr/>
      </p:nvGrpSpPr>
      <p:grpSpPr>
        <a:xfrm>
          <a:off x="0" y="0"/>
          <a:ext cx="0" cy="0"/>
          <a:chOff x="0" y="0"/>
          <a:chExt cx="0" cy="0"/>
        </a:xfrm>
      </p:grpSpPr>
      <p:pic>
        <p:nvPicPr>
          <p:cNvPr descr="C0-HD-BTM.png" id="96" name="Google Shape;96;p29"/>
          <p:cNvPicPr preferRelativeResize="0"/>
          <p:nvPr/>
        </p:nvPicPr>
        <p:blipFill rotWithShape="1">
          <a:blip r:embed="rId2">
            <a:alphaModFix/>
          </a:blip>
          <a:srcRect b="0" l="0" r="0" t="0"/>
          <a:stretch/>
        </p:blipFill>
        <p:spPr>
          <a:xfrm>
            <a:off x="0" y="4375150"/>
            <a:ext cx="12192000" cy="2482850"/>
          </a:xfrm>
          <a:prstGeom prst="rect">
            <a:avLst/>
          </a:prstGeom>
          <a:noFill/>
          <a:ln>
            <a:noFill/>
          </a:ln>
        </p:spPr>
      </p:pic>
      <p:sp>
        <p:nvSpPr>
          <p:cNvPr id="97" name="Google Shape;97;p29"/>
          <p:cNvSpPr txBox="1"/>
          <p:nvPr>
            <p:ph type="title"/>
          </p:nvPr>
        </p:nvSpPr>
        <p:spPr>
          <a:xfrm>
            <a:off x="1024495" y="1124701"/>
            <a:ext cx="10146186" cy="2511835"/>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lt1"/>
              </a:buClr>
              <a:buSzPts val="3200"/>
              <a:buFont typeface="Century Gothic"/>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8" name="Google Shape;98;p29"/>
          <p:cNvSpPr txBox="1"/>
          <p:nvPr>
            <p:ph idx="1" type="body"/>
          </p:nvPr>
        </p:nvSpPr>
        <p:spPr>
          <a:xfrm>
            <a:off x="1024467" y="3648315"/>
            <a:ext cx="10144654" cy="99988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600"/>
              <a:buNone/>
              <a:defRPr sz="1600"/>
            </a:lvl1pPr>
            <a:lvl2pPr indent="-228600" lvl="1" marL="914400" algn="l">
              <a:lnSpc>
                <a:spcPct val="90000"/>
              </a:lnSpc>
              <a:spcBef>
                <a:spcPts val="500"/>
              </a:spcBef>
              <a:spcAft>
                <a:spcPts val="0"/>
              </a:spcAft>
              <a:buClr>
                <a:schemeClr val="lt1"/>
              </a:buClr>
              <a:buSzPts val="1400"/>
              <a:buNone/>
              <a:defRPr sz="1400"/>
            </a:lvl2pPr>
            <a:lvl3pPr indent="-228600" lvl="2" marL="1371600" algn="l">
              <a:lnSpc>
                <a:spcPct val="90000"/>
              </a:lnSpc>
              <a:spcBef>
                <a:spcPts val="500"/>
              </a:spcBef>
              <a:spcAft>
                <a:spcPts val="0"/>
              </a:spcAft>
              <a:buClr>
                <a:schemeClr val="lt1"/>
              </a:buClr>
              <a:buSzPts val="1200"/>
              <a:buNone/>
              <a:defRPr sz="1200"/>
            </a:lvl3pPr>
            <a:lvl4pPr indent="-228600" lvl="3" marL="1828800" algn="l">
              <a:lnSpc>
                <a:spcPct val="90000"/>
              </a:lnSpc>
              <a:spcBef>
                <a:spcPts val="500"/>
              </a:spcBef>
              <a:spcAft>
                <a:spcPts val="0"/>
              </a:spcAft>
              <a:buClr>
                <a:schemeClr val="lt1"/>
              </a:buClr>
              <a:buSzPts val="1000"/>
              <a:buNone/>
              <a:defRPr sz="1000"/>
            </a:lvl4pPr>
            <a:lvl5pPr indent="-228600" lvl="4" marL="2286000" algn="l">
              <a:lnSpc>
                <a:spcPct val="90000"/>
              </a:lnSpc>
              <a:spcBef>
                <a:spcPts val="500"/>
              </a:spcBef>
              <a:spcAft>
                <a:spcPts val="0"/>
              </a:spcAft>
              <a:buClr>
                <a:schemeClr val="lt1"/>
              </a:buClr>
              <a:buSzPts val="1000"/>
              <a:buNone/>
              <a:defRPr sz="1000"/>
            </a:lvl5pPr>
            <a:lvl6pPr indent="-228600" lvl="5" marL="2743200" algn="l">
              <a:lnSpc>
                <a:spcPct val="90000"/>
              </a:lnSpc>
              <a:spcBef>
                <a:spcPts val="500"/>
              </a:spcBef>
              <a:spcAft>
                <a:spcPts val="0"/>
              </a:spcAft>
              <a:buClr>
                <a:schemeClr val="lt1"/>
              </a:buClr>
              <a:buSzPts val="1000"/>
              <a:buNone/>
              <a:defRPr sz="1000"/>
            </a:lvl6pPr>
            <a:lvl7pPr indent="-228600" lvl="6" marL="3200400" algn="l">
              <a:lnSpc>
                <a:spcPct val="90000"/>
              </a:lnSpc>
              <a:spcBef>
                <a:spcPts val="500"/>
              </a:spcBef>
              <a:spcAft>
                <a:spcPts val="0"/>
              </a:spcAft>
              <a:buClr>
                <a:schemeClr val="lt1"/>
              </a:buClr>
              <a:buSzPts val="1000"/>
              <a:buNone/>
              <a:defRPr sz="1000"/>
            </a:lvl7pPr>
            <a:lvl8pPr indent="-228600" lvl="7" marL="3657600" algn="l">
              <a:lnSpc>
                <a:spcPct val="90000"/>
              </a:lnSpc>
              <a:spcBef>
                <a:spcPts val="500"/>
              </a:spcBef>
              <a:spcAft>
                <a:spcPts val="0"/>
              </a:spcAft>
              <a:buClr>
                <a:schemeClr val="lt1"/>
              </a:buClr>
              <a:buSzPts val="1000"/>
              <a:buNone/>
              <a:defRPr sz="1000"/>
            </a:lvl8pPr>
            <a:lvl9pPr indent="-228600" lvl="8" marL="4114800" algn="l">
              <a:lnSpc>
                <a:spcPct val="90000"/>
              </a:lnSpc>
              <a:spcBef>
                <a:spcPts val="500"/>
              </a:spcBef>
              <a:spcAft>
                <a:spcPts val="0"/>
              </a:spcAft>
              <a:buClr>
                <a:schemeClr val="lt1"/>
              </a:buClr>
              <a:buSzPts val="1000"/>
              <a:buNone/>
              <a:defRPr sz="1000"/>
            </a:lvl9pPr>
          </a:lstStyle>
          <a:p/>
        </p:txBody>
      </p:sp>
      <p:sp>
        <p:nvSpPr>
          <p:cNvPr id="99" name="Google Shape;99;p29"/>
          <p:cNvSpPr txBox="1"/>
          <p:nvPr>
            <p:ph idx="10" type="dt"/>
          </p:nvPr>
        </p:nvSpPr>
        <p:spPr>
          <a:xfrm>
            <a:off x="7814452" y="378883"/>
            <a:ext cx="291084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0" name="Google Shape;100;p29"/>
          <p:cNvSpPr txBox="1"/>
          <p:nvPr>
            <p:ph idx="11" type="ftr"/>
          </p:nvPr>
        </p:nvSpPr>
        <p:spPr>
          <a:xfrm>
            <a:off x="685800" y="378883"/>
            <a:ext cx="699149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1" name="Google Shape;101;p29"/>
          <p:cNvSpPr txBox="1"/>
          <p:nvPr>
            <p:ph idx="12" type="sldNum"/>
          </p:nvPr>
        </p:nvSpPr>
        <p:spPr>
          <a:xfrm>
            <a:off x="10862452" y="381000"/>
            <a:ext cx="643748"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 Column">
  <p:cSld name="3 Column">
    <p:spTree>
      <p:nvGrpSpPr>
        <p:cNvPr id="102" name="Shape 102"/>
        <p:cNvGrpSpPr/>
        <p:nvPr/>
      </p:nvGrpSpPr>
      <p:grpSpPr>
        <a:xfrm>
          <a:off x="0" y="0"/>
          <a:ext cx="0" cy="0"/>
          <a:chOff x="0" y="0"/>
          <a:chExt cx="0" cy="0"/>
        </a:xfrm>
      </p:grpSpPr>
      <p:sp>
        <p:nvSpPr>
          <p:cNvPr id="103" name="Google Shape;103;p30"/>
          <p:cNvSpPr txBox="1"/>
          <p:nvPr>
            <p:ph type="title"/>
          </p:nvPr>
        </p:nvSpPr>
        <p:spPr>
          <a:xfrm>
            <a:off x="2895600" y="761999"/>
            <a:ext cx="8610599" cy="1303867"/>
          </a:xfrm>
          <a:prstGeom prst="rect">
            <a:avLst/>
          </a:prstGeom>
          <a:noFill/>
          <a:ln>
            <a:noFill/>
          </a:ln>
        </p:spPr>
        <p:txBody>
          <a:bodyPr anchorCtr="0" anchor="ctr" bIns="45700" lIns="91425" spcFirstLastPara="1" rIns="91425" wrap="square" tIns="45700">
            <a:normAutofit/>
          </a:bodyPr>
          <a:lstStyle>
            <a:lvl1pPr lvl="0" algn="r">
              <a:lnSpc>
                <a:spcPct val="90000"/>
              </a:lnSpc>
              <a:spcBef>
                <a:spcPts val="0"/>
              </a:spcBef>
              <a:spcAft>
                <a:spcPts val="0"/>
              </a:spcAft>
              <a:buClr>
                <a:schemeClr val="l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4" name="Google Shape;104;p30"/>
          <p:cNvSpPr txBox="1"/>
          <p:nvPr>
            <p:ph idx="1" type="body"/>
          </p:nvPr>
        </p:nvSpPr>
        <p:spPr>
          <a:xfrm>
            <a:off x="685800" y="2202080"/>
            <a:ext cx="3456432" cy="617320"/>
          </a:xfrm>
          <a:prstGeom prst="rect">
            <a:avLst/>
          </a:prstGeom>
          <a:noFill/>
          <a:ln>
            <a:noFill/>
          </a:ln>
        </p:spPr>
        <p:txBody>
          <a:bodyPr anchorCtr="0" anchor="b" bIns="45700" lIns="91425" spcFirstLastPara="1" rIns="91425" wrap="square" tIns="45700">
            <a:noAutofit/>
          </a:bodyPr>
          <a:lstStyle>
            <a:lvl1pPr indent="-228600" lvl="0" marL="457200" algn="l">
              <a:lnSpc>
                <a:spcPct val="90000"/>
              </a:lnSpc>
              <a:spcBef>
                <a:spcPts val="1000"/>
              </a:spcBef>
              <a:spcAft>
                <a:spcPts val="0"/>
              </a:spcAft>
              <a:buClr>
                <a:schemeClr val="lt1"/>
              </a:buClr>
              <a:buSzPts val="2400"/>
              <a:buNone/>
              <a:defRPr b="0" sz="2400">
                <a:solidFill>
                  <a:schemeClr val="lt1"/>
                </a:solidFill>
              </a:defRPr>
            </a:lvl1pPr>
            <a:lvl2pPr indent="-228600" lvl="1" marL="914400" algn="l">
              <a:lnSpc>
                <a:spcPct val="90000"/>
              </a:lnSpc>
              <a:spcBef>
                <a:spcPts val="500"/>
              </a:spcBef>
              <a:spcAft>
                <a:spcPts val="0"/>
              </a:spcAft>
              <a:buClr>
                <a:schemeClr val="lt1"/>
              </a:buClr>
              <a:buSzPts val="2000"/>
              <a:buNone/>
              <a:defRPr b="1" sz="2000"/>
            </a:lvl2pPr>
            <a:lvl3pPr indent="-228600" lvl="2" marL="1371600" algn="l">
              <a:lnSpc>
                <a:spcPct val="90000"/>
              </a:lnSpc>
              <a:spcBef>
                <a:spcPts val="500"/>
              </a:spcBef>
              <a:spcAft>
                <a:spcPts val="0"/>
              </a:spcAft>
              <a:buClr>
                <a:schemeClr val="lt1"/>
              </a:buClr>
              <a:buSzPts val="1800"/>
              <a:buNone/>
              <a:defRPr b="1" sz="1800"/>
            </a:lvl3pPr>
            <a:lvl4pPr indent="-228600" lvl="3" marL="1828800" algn="l">
              <a:lnSpc>
                <a:spcPct val="90000"/>
              </a:lnSpc>
              <a:spcBef>
                <a:spcPts val="500"/>
              </a:spcBef>
              <a:spcAft>
                <a:spcPts val="0"/>
              </a:spcAft>
              <a:buClr>
                <a:schemeClr val="lt1"/>
              </a:buClr>
              <a:buSzPts val="1600"/>
              <a:buNone/>
              <a:defRPr b="1" sz="1600"/>
            </a:lvl4pPr>
            <a:lvl5pPr indent="-228600" lvl="4" marL="2286000" algn="l">
              <a:lnSpc>
                <a:spcPct val="90000"/>
              </a:lnSpc>
              <a:spcBef>
                <a:spcPts val="500"/>
              </a:spcBef>
              <a:spcAft>
                <a:spcPts val="0"/>
              </a:spcAft>
              <a:buClr>
                <a:schemeClr val="lt1"/>
              </a:buClr>
              <a:buSzPts val="1600"/>
              <a:buNone/>
              <a:defRPr b="1" sz="1600"/>
            </a:lvl5pPr>
            <a:lvl6pPr indent="-228600" lvl="5" marL="2743200" algn="l">
              <a:lnSpc>
                <a:spcPct val="90000"/>
              </a:lnSpc>
              <a:spcBef>
                <a:spcPts val="500"/>
              </a:spcBef>
              <a:spcAft>
                <a:spcPts val="0"/>
              </a:spcAft>
              <a:buClr>
                <a:schemeClr val="lt1"/>
              </a:buClr>
              <a:buSzPts val="1600"/>
              <a:buNone/>
              <a:defRPr b="1" sz="1600"/>
            </a:lvl6pPr>
            <a:lvl7pPr indent="-228600" lvl="6" marL="3200400" algn="l">
              <a:lnSpc>
                <a:spcPct val="90000"/>
              </a:lnSpc>
              <a:spcBef>
                <a:spcPts val="500"/>
              </a:spcBef>
              <a:spcAft>
                <a:spcPts val="0"/>
              </a:spcAft>
              <a:buClr>
                <a:schemeClr val="lt1"/>
              </a:buClr>
              <a:buSzPts val="1600"/>
              <a:buNone/>
              <a:defRPr b="1" sz="1600"/>
            </a:lvl7pPr>
            <a:lvl8pPr indent="-228600" lvl="7" marL="3657600" algn="l">
              <a:lnSpc>
                <a:spcPct val="90000"/>
              </a:lnSpc>
              <a:spcBef>
                <a:spcPts val="500"/>
              </a:spcBef>
              <a:spcAft>
                <a:spcPts val="0"/>
              </a:spcAft>
              <a:buClr>
                <a:schemeClr val="lt1"/>
              </a:buClr>
              <a:buSzPts val="1600"/>
              <a:buNone/>
              <a:defRPr b="1" sz="1600"/>
            </a:lvl8pPr>
            <a:lvl9pPr indent="-228600" lvl="8" marL="4114800" algn="l">
              <a:lnSpc>
                <a:spcPct val="90000"/>
              </a:lnSpc>
              <a:spcBef>
                <a:spcPts val="500"/>
              </a:spcBef>
              <a:spcAft>
                <a:spcPts val="0"/>
              </a:spcAft>
              <a:buClr>
                <a:schemeClr val="lt1"/>
              </a:buClr>
              <a:buSzPts val="1600"/>
              <a:buNone/>
              <a:defRPr b="1" sz="1600"/>
            </a:lvl9pPr>
          </a:lstStyle>
          <a:p/>
        </p:txBody>
      </p:sp>
      <p:sp>
        <p:nvSpPr>
          <p:cNvPr id="105" name="Google Shape;105;p30"/>
          <p:cNvSpPr txBox="1"/>
          <p:nvPr>
            <p:ph idx="2" type="body"/>
          </p:nvPr>
        </p:nvSpPr>
        <p:spPr>
          <a:xfrm>
            <a:off x="685799" y="2904565"/>
            <a:ext cx="3456432" cy="3314132"/>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400"/>
              <a:buNone/>
              <a:defRPr sz="1400"/>
            </a:lvl1pPr>
            <a:lvl2pPr indent="-228600" lvl="1" marL="914400" algn="l">
              <a:lnSpc>
                <a:spcPct val="90000"/>
              </a:lnSpc>
              <a:spcBef>
                <a:spcPts val="500"/>
              </a:spcBef>
              <a:spcAft>
                <a:spcPts val="0"/>
              </a:spcAft>
              <a:buClr>
                <a:schemeClr val="lt1"/>
              </a:buClr>
              <a:buSzPts val="1200"/>
              <a:buNone/>
              <a:defRPr sz="1200"/>
            </a:lvl2pPr>
            <a:lvl3pPr indent="-228600" lvl="2" marL="1371600" algn="l">
              <a:lnSpc>
                <a:spcPct val="90000"/>
              </a:lnSpc>
              <a:spcBef>
                <a:spcPts val="500"/>
              </a:spcBef>
              <a:spcAft>
                <a:spcPts val="0"/>
              </a:spcAft>
              <a:buClr>
                <a:schemeClr val="lt1"/>
              </a:buClr>
              <a:buSzPts val="1000"/>
              <a:buNone/>
              <a:defRPr sz="1000"/>
            </a:lvl3pPr>
            <a:lvl4pPr indent="-228600" lvl="3" marL="1828800" algn="l">
              <a:lnSpc>
                <a:spcPct val="90000"/>
              </a:lnSpc>
              <a:spcBef>
                <a:spcPts val="500"/>
              </a:spcBef>
              <a:spcAft>
                <a:spcPts val="0"/>
              </a:spcAft>
              <a:buClr>
                <a:schemeClr val="lt1"/>
              </a:buClr>
              <a:buSzPts val="900"/>
              <a:buNone/>
              <a:defRPr sz="900"/>
            </a:lvl4pPr>
            <a:lvl5pPr indent="-228600" lvl="4" marL="2286000" algn="l">
              <a:lnSpc>
                <a:spcPct val="90000"/>
              </a:lnSpc>
              <a:spcBef>
                <a:spcPts val="500"/>
              </a:spcBef>
              <a:spcAft>
                <a:spcPts val="0"/>
              </a:spcAft>
              <a:buClr>
                <a:schemeClr val="lt1"/>
              </a:buClr>
              <a:buSzPts val="900"/>
              <a:buNone/>
              <a:defRPr sz="900"/>
            </a:lvl5pPr>
            <a:lvl6pPr indent="-228600" lvl="5" marL="2743200" algn="l">
              <a:lnSpc>
                <a:spcPct val="90000"/>
              </a:lnSpc>
              <a:spcBef>
                <a:spcPts val="500"/>
              </a:spcBef>
              <a:spcAft>
                <a:spcPts val="0"/>
              </a:spcAft>
              <a:buClr>
                <a:schemeClr val="lt1"/>
              </a:buClr>
              <a:buSzPts val="900"/>
              <a:buNone/>
              <a:defRPr sz="900"/>
            </a:lvl6pPr>
            <a:lvl7pPr indent="-228600" lvl="6" marL="3200400" algn="l">
              <a:lnSpc>
                <a:spcPct val="90000"/>
              </a:lnSpc>
              <a:spcBef>
                <a:spcPts val="500"/>
              </a:spcBef>
              <a:spcAft>
                <a:spcPts val="0"/>
              </a:spcAft>
              <a:buClr>
                <a:schemeClr val="lt1"/>
              </a:buClr>
              <a:buSzPts val="900"/>
              <a:buNone/>
              <a:defRPr sz="900"/>
            </a:lvl7pPr>
            <a:lvl8pPr indent="-228600" lvl="7" marL="3657600" algn="l">
              <a:lnSpc>
                <a:spcPct val="90000"/>
              </a:lnSpc>
              <a:spcBef>
                <a:spcPts val="500"/>
              </a:spcBef>
              <a:spcAft>
                <a:spcPts val="0"/>
              </a:spcAft>
              <a:buClr>
                <a:schemeClr val="lt1"/>
              </a:buClr>
              <a:buSzPts val="900"/>
              <a:buNone/>
              <a:defRPr sz="900"/>
            </a:lvl8pPr>
            <a:lvl9pPr indent="-228600" lvl="8" marL="4114800" algn="l">
              <a:lnSpc>
                <a:spcPct val="90000"/>
              </a:lnSpc>
              <a:spcBef>
                <a:spcPts val="500"/>
              </a:spcBef>
              <a:spcAft>
                <a:spcPts val="0"/>
              </a:spcAft>
              <a:buClr>
                <a:schemeClr val="lt1"/>
              </a:buClr>
              <a:buSzPts val="900"/>
              <a:buNone/>
              <a:defRPr sz="900"/>
            </a:lvl9pPr>
          </a:lstStyle>
          <a:p/>
        </p:txBody>
      </p:sp>
      <p:sp>
        <p:nvSpPr>
          <p:cNvPr id="106" name="Google Shape;106;p30"/>
          <p:cNvSpPr txBox="1"/>
          <p:nvPr>
            <p:ph idx="3" type="body"/>
          </p:nvPr>
        </p:nvSpPr>
        <p:spPr>
          <a:xfrm>
            <a:off x="4368800" y="2201333"/>
            <a:ext cx="3456432" cy="626534"/>
          </a:xfrm>
          <a:prstGeom prst="rect">
            <a:avLst/>
          </a:prstGeom>
          <a:noFill/>
          <a:ln>
            <a:noFill/>
          </a:ln>
        </p:spPr>
        <p:txBody>
          <a:bodyPr anchorCtr="0" anchor="b" bIns="45700" lIns="91425" spcFirstLastPara="1" rIns="91425" wrap="square" tIns="45700">
            <a:noAutofit/>
          </a:bodyPr>
          <a:lstStyle>
            <a:lvl1pPr indent="-228600" lvl="0" marL="457200" algn="l">
              <a:lnSpc>
                <a:spcPct val="90000"/>
              </a:lnSpc>
              <a:spcBef>
                <a:spcPts val="1000"/>
              </a:spcBef>
              <a:spcAft>
                <a:spcPts val="0"/>
              </a:spcAft>
              <a:buClr>
                <a:schemeClr val="lt1"/>
              </a:buClr>
              <a:buSzPts val="2400"/>
              <a:buNone/>
              <a:defRPr b="0" sz="2400">
                <a:solidFill>
                  <a:schemeClr val="lt1"/>
                </a:solidFill>
              </a:defRPr>
            </a:lvl1pPr>
            <a:lvl2pPr indent="-228600" lvl="1" marL="914400" algn="l">
              <a:lnSpc>
                <a:spcPct val="90000"/>
              </a:lnSpc>
              <a:spcBef>
                <a:spcPts val="500"/>
              </a:spcBef>
              <a:spcAft>
                <a:spcPts val="0"/>
              </a:spcAft>
              <a:buClr>
                <a:schemeClr val="lt1"/>
              </a:buClr>
              <a:buSzPts val="2000"/>
              <a:buNone/>
              <a:defRPr b="1" sz="2000"/>
            </a:lvl2pPr>
            <a:lvl3pPr indent="-228600" lvl="2" marL="1371600" algn="l">
              <a:lnSpc>
                <a:spcPct val="90000"/>
              </a:lnSpc>
              <a:spcBef>
                <a:spcPts val="500"/>
              </a:spcBef>
              <a:spcAft>
                <a:spcPts val="0"/>
              </a:spcAft>
              <a:buClr>
                <a:schemeClr val="lt1"/>
              </a:buClr>
              <a:buSzPts val="1800"/>
              <a:buNone/>
              <a:defRPr b="1" sz="1800"/>
            </a:lvl3pPr>
            <a:lvl4pPr indent="-228600" lvl="3" marL="1828800" algn="l">
              <a:lnSpc>
                <a:spcPct val="90000"/>
              </a:lnSpc>
              <a:spcBef>
                <a:spcPts val="500"/>
              </a:spcBef>
              <a:spcAft>
                <a:spcPts val="0"/>
              </a:spcAft>
              <a:buClr>
                <a:schemeClr val="lt1"/>
              </a:buClr>
              <a:buSzPts val="1600"/>
              <a:buNone/>
              <a:defRPr b="1" sz="1600"/>
            </a:lvl4pPr>
            <a:lvl5pPr indent="-228600" lvl="4" marL="2286000" algn="l">
              <a:lnSpc>
                <a:spcPct val="90000"/>
              </a:lnSpc>
              <a:spcBef>
                <a:spcPts val="500"/>
              </a:spcBef>
              <a:spcAft>
                <a:spcPts val="0"/>
              </a:spcAft>
              <a:buClr>
                <a:schemeClr val="lt1"/>
              </a:buClr>
              <a:buSzPts val="1600"/>
              <a:buNone/>
              <a:defRPr b="1" sz="1600"/>
            </a:lvl5pPr>
            <a:lvl6pPr indent="-228600" lvl="5" marL="2743200" algn="l">
              <a:lnSpc>
                <a:spcPct val="90000"/>
              </a:lnSpc>
              <a:spcBef>
                <a:spcPts val="500"/>
              </a:spcBef>
              <a:spcAft>
                <a:spcPts val="0"/>
              </a:spcAft>
              <a:buClr>
                <a:schemeClr val="lt1"/>
              </a:buClr>
              <a:buSzPts val="1600"/>
              <a:buNone/>
              <a:defRPr b="1" sz="1600"/>
            </a:lvl6pPr>
            <a:lvl7pPr indent="-228600" lvl="6" marL="3200400" algn="l">
              <a:lnSpc>
                <a:spcPct val="90000"/>
              </a:lnSpc>
              <a:spcBef>
                <a:spcPts val="500"/>
              </a:spcBef>
              <a:spcAft>
                <a:spcPts val="0"/>
              </a:spcAft>
              <a:buClr>
                <a:schemeClr val="lt1"/>
              </a:buClr>
              <a:buSzPts val="1600"/>
              <a:buNone/>
              <a:defRPr b="1" sz="1600"/>
            </a:lvl7pPr>
            <a:lvl8pPr indent="-228600" lvl="7" marL="3657600" algn="l">
              <a:lnSpc>
                <a:spcPct val="90000"/>
              </a:lnSpc>
              <a:spcBef>
                <a:spcPts val="500"/>
              </a:spcBef>
              <a:spcAft>
                <a:spcPts val="0"/>
              </a:spcAft>
              <a:buClr>
                <a:schemeClr val="lt1"/>
              </a:buClr>
              <a:buSzPts val="1600"/>
              <a:buNone/>
              <a:defRPr b="1" sz="1600"/>
            </a:lvl8pPr>
            <a:lvl9pPr indent="-228600" lvl="8" marL="4114800" algn="l">
              <a:lnSpc>
                <a:spcPct val="90000"/>
              </a:lnSpc>
              <a:spcBef>
                <a:spcPts val="500"/>
              </a:spcBef>
              <a:spcAft>
                <a:spcPts val="0"/>
              </a:spcAft>
              <a:buClr>
                <a:schemeClr val="lt1"/>
              </a:buClr>
              <a:buSzPts val="1600"/>
              <a:buNone/>
              <a:defRPr b="1" sz="1600"/>
            </a:lvl9pPr>
          </a:lstStyle>
          <a:p/>
        </p:txBody>
      </p:sp>
      <p:sp>
        <p:nvSpPr>
          <p:cNvPr id="107" name="Google Shape;107;p30"/>
          <p:cNvSpPr txBox="1"/>
          <p:nvPr>
            <p:ph idx="4" type="body"/>
          </p:nvPr>
        </p:nvSpPr>
        <p:spPr>
          <a:xfrm>
            <a:off x="4366858" y="2904067"/>
            <a:ext cx="3456432" cy="331461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400"/>
              <a:buNone/>
              <a:defRPr sz="1400"/>
            </a:lvl1pPr>
            <a:lvl2pPr indent="-228600" lvl="1" marL="914400" algn="l">
              <a:lnSpc>
                <a:spcPct val="90000"/>
              </a:lnSpc>
              <a:spcBef>
                <a:spcPts val="500"/>
              </a:spcBef>
              <a:spcAft>
                <a:spcPts val="0"/>
              </a:spcAft>
              <a:buClr>
                <a:schemeClr val="lt1"/>
              </a:buClr>
              <a:buSzPts val="1200"/>
              <a:buNone/>
              <a:defRPr sz="1200"/>
            </a:lvl2pPr>
            <a:lvl3pPr indent="-228600" lvl="2" marL="1371600" algn="l">
              <a:lnSpc>
                <a:spcPct val="90000"/>
              </a:lnSpc>
              <a:spcBef>
                <a:spcPts val="500"/>
              </a:spcBef>
              <a:spcAft>
                <a:spcPts val="0"/>
              </a:spcAft>
              <a:buClr>
                <a:schemeClr val="lt1"/>
              </a:buClr>
              <a:buSzPts val="1000"/>
              <a:buNone/>
              <a:defRPr sz="1000"/>
            </a:lvl3pPr>
            <a:lvl4pPr indent="-228600" lvl="3" marL="1828800" algn="l">
              <a:lnSpc>
                <a:spcPct val="90000"/>
              </a:lnSpc>
              <a:spcBef>
                <a:spcPts val="500"/>
              </a:spcBef>
              <a:spcAft>
                <a:spcPts val="0"/>
              </a:spcAft>
              <a:buClr>
                <a:schemeClr val="lt1"/>
              </a:buClr>
              <a:buSzPts val="900"/>
              <a:buNone/>
              <a:defRPr sz="900"/>
            </a:lvl4pPr>
            <a:lvl5pPr indent="-228600" lvl="4" marL="2286000" algn="l">
              <a:lnSpc>
                <a:spcPct val="90000"/>
              </a:lnSpc>
              <a:spcBef>
                <a:spcPts val="500"/>
              </a:spcBef>
              <a:spcAft>
                <a:spcPts val="0"/>
              </a:spcAft>
              <a:buClr>
                <a:schemeClr val="lt1"/>
              </a:buClr>
              <a:buSzPts val="900"/>
              <a:buNone/>
              <a:defRPr sz="900"/>
            </a:lvl5pPr>
            <a:lvl6pPr indent="-228600" lvl="5" marL="2743200" algn="l">
              <a:lnSpc>
                <a:spcPct val="90000"/>
              </a:lnSpc>
              <a:spcBef>
                <a:spcPts val="500"/>
              </a:spcBef>
              <a:spcAft>
                <a:spcPts val="0"/>
              </a:spcAft>
              <a:buClr>
                <a:schemeClr val="lt1"/>
              </a:buClr>
              <a:buSzPts val="900"/>
              <a:buNone/>
              <a:defRPr sz="900"/>
            </a:lvl6pPr>
            <a:lvl7pPr indent="-228600" lvl="6" marL="3200400" algn="l">
              <a:lnSpc>
                <a:spcPct val="90000"/>
              </a:lnSpc>
              <a:spcBef>
                <a:spcPts val="500"/>
              </a:spcBef>
              <a:spcAft>
                <a:spcPts val="0"/>
              </a:spcAft>
              <a:buClr>
                <a:schemeClr val="lt1"/>
              </a:buClr>
              <a:buSzPts val="900"/>
              <a:buNone/>
              <a:defRPr sz="900"/>
            </a:lvl7pPr>
            <a:lvl8pPr indent="-228600" lvl="7" marL="3657600" algn="l">
              <a:lnSpc>
                <a:spcPct val="90000"/>
              </a:lnSpc>
              <a:spcBef>
                <a:spcPts val="500"/>
              </a:spcBef>
              <a:spcAft>
                <a:spcPts val="0"/>
              </a:spcAft>
              <a:buClr>
                <a:schemeClr val="lt1"/>
              </a:buClr>
              <a:buSzPts val="900"/>
              <a:buNone/>
              <a:defRPr sz="900"/>
            </a:lvl8pPr>
            <a:lvl9pPr indent="-228600" lvl="8" marL="4114800" algn="l">
              <a:lnSpc>
                <a:spcPct val="90000"/>
              </a:lnSpc>
              <a:spcBef>
                <a:spcPts val="500"/>
              </a:spcBef>
              <a:spcAft>
                <a:spcPts val="0"/>
              </a:spcAft>
              <a:buClr>
                <a:schemeClr val="lt1"/>
              </a:buClr>
              <a:buSzPts val="900"/>
              <a:buNone/>
              <a:defRPr sz="900"/>
            </a:lvl9pPr>
          </a:lstStyle>
          <a:p/>
        </p:txBody>
      </p:sp>
      <p:sp>
        <p:nvSpPr>
          <p:cNvPr id="108" name="Google Shape;108;p30"/>
          <p:cNvSpPr txBox="1"/>
          <p:nvPr>
            <p:ph idx="5" type="body"/>
          </p:nvPr>
        </p:nvSpPr>
        <p:spPr>
          <a:xfrm>
            <a:off x="8051800" y="2192866"/>
            <a:ext cx="3456432" cy="626534"/>
          </a:xfrm>
          <a:prstGeom prst="rect">
            <a:avLst/>
          </a:prstGeom>
          <a:noFill/>
          <a:ln>
            <a:noFill/>
          </a:ln>
        </p:spPr>
        <p:txBody>
          <a:bodyPr anchorCtr="0" anchor="b" bIns="45700" lIns="91425" spcFirstLastPara="1" rIns="91425" wrap="square" tIns="45700">
            <a:noAutofit/>
          </a:bodyPr>
          <a:lstStyle>
            <a:lvl1pPr indent="-228600" lvl="0" marL="457200" algn="l">
              <a:lnSpc>
                <a:spcPct val="90000"/>
              </a:lnSpc>
              <a:spcBef>
                <a:spcPts val="1000"/>
              </a:spcBef>
              <a:spcAft>
                <a:spcPts val="0"/>
              </a:spcAft>
              <a:buClr>
                <a:schemeClr val="lt1"/>
              </a:buClr>
              <a:buSzPts val="2400"/>
              <a:buNone/>
              <a:defRPr b="0" sz="2400">
                <a:solidFill>
                  <a:schemeClr val="lt1"/>
                </a:solidFill>
              </a:defRPr>
            </a:lvl1pPr>
            <a:lvl2pPr indent="-228600" lvl="1" marL="914400" algn="l">
              <a:lnSpc>
                <a:spcPct val="90000"/>
              </a:lnSpc>
              <a:spcBef>
                <a:spcPts val="500"/>
              </a:spcBef>
              <a:spcAft>
                <a:spcPts val="0"/>
              </a:spcAft>
              <a:buClr>
                <a:schemeClr val="lt1"/>
              </a:buClr>
              <a:buSzPts val="2000"/>
              <a:buNone/>
              <a:defRPr b="1" sz="2000"/>
            </a:lvl2pPr>
            <a:lvl3pPr indent="-228600" lvl="2" marL="1371600" algn="l">
              <a:lnSpc>
                <a:spcPct val="90000"/>
              </a:lnSpc>
              <a:spcBef>
                <a:spcPts val="500"/>
              </a:spcBef>
              <a:spcAft>
                <a:spcPts val="0"/>
              </a:spcAft>
              <a:buClr>
                <a:schemeClr val="lt1"/>
              </a:buClr>
              <a:buSzPts val="1800"/>
              <a:buNone/>
              <a:defRPr b="1" sz="1800"/>
            </a:lvl3pPr>
            <a:lvl4pPr indent="-228600" lvl="3" marL="1828800" algn="l">
              <a:lnSpc>
                <a:spcPct val="90000"/>
              </a:lnSpc>
              <a:spcBef>
                <a:spcPts val="500"/>
              </a:spcBef>
              <a:spcAft>
                <a:spcPts val="0"/>
              </a:spcAft>
              <a:buClr>
                <a:schemeClr val="lt1"/>
              </a:buClr>
              <a:buSzPts val="1600"/>
              <a:buNone/>
              <a:defRPr b="1" sz="1600"/>
            </a:lvl4pPr>
            <a:lvl5pPr indent="-228600" lvl="4" marL="2286000" algn="l">
              <a:lnSpc>
                <a:spcPct val="90000"/>
              </a:lnSpc>
              <a:spcBef>
                <a:spcPts val="500"/>
              </a:spcBef>
              <a:spcAft>
                <a:spcPts val="0"/>
              </a:spcAft>
              <a:buClr>
                <a:schemeClr val="lt1"/>
              </a:buClr>
              <a:buSzPts val="1600"/>
              <a:buNone/>
              <a:defRPr b="1" sz="1600"/>
            </a:lvl5pPr>
            <a:lvl6pPr indent="-228600" lvl="5" marL="2743200" algn="l">
              <a:lnSpc>
                <a:spcPct val="90000"/>
              </a:lnSpc>
              <a:spcBef>
                <a:spcPts val="500"/>
              </a:spcBef>
              <a:spcAft>
                <a:spcPts val="0"/>
              </a:spcAft>
              <a:buClr>
                <a:schemeClr val="lt1"/>
              </a:buClr>
              <a:buSzPts val="1600"/>
              <a:buNone/>
              <a:defRPr b="1" sz="1600"/>
            </a:lvl6pPr>
            <a:lvl7pPr indent="-228600" lvl="6" marL="3200400" algn="l">
              <a:lnSpc>
                <a:spcPct val="90000"/>
              </a:lnSpc>
              <a:spcBef>
                <a:spcPts val="500"/>
              </a:spcBef>
              <a:spcAft>
                <a:spcPts val="0"/>
              </a:spcAft>
              <a:buClr>
                <a:schemeClr val="lt1"/>
              </a:buClr>
              <a:buSzPts val="1600"/>
              <a:buNone/>
              <a:defRPr b="1" sz="1600"/>
            </a:lvl7pPr>
            <a:lvl8pPr indent="-228600" lvl="7" marL="3657600" algn="l">
              <a:lnSpc>
                <a:spcPct val="90000"/>
              </a:lnSpc>
              <a:spcBef>
                <a:spcPts val="500"/>
              </a:spcBef>
              <a:spcAft>
                <a:spcPts val="0"/>
              </a:spcAft>
              <a:buClr>
                <a:schemeClr val="lt1"/>
              </a:buClr>
              <a:buSzPts val="1600"/>
              <a:buNone/>
              <a:defRPr b="1" sz="1600"/>
            </a:lvl8pPr>
            <a:lvl9pPr indent="-228600" lvl="8" marL="4114800" algn="l">
              <a:lnSpc>
                <a:spcPct val="90000"/>
              </a:lnSpc>
              <a:spcBef>
                <a:spcPts val="500"/>
              </a:spcBef>
              <a:spcAft>
                <a:spcPts val="0"/>
              </a:spcAft>
              <a:buClr>
                <a:schemeClr val="lt1"/>
              </a:buClr>
              <a:buSzPts val="1600"/>
              <a:buNone/>
              <a:defRPr b="1" sz="1600"/>
            </a:lvl9pPr>
          </a:lstStyle>
          <a:p/>
        </p:txBody>
      </p:sp>
      <p:sp>
        <p:nvSpPr>
          <p:cNvPr id="109" name="Google Shape;109;p30"/>
          <p:cNvSpPr txBox="1"/>
          <p:nvPr>
            <p:ph idx="6" type="body"/>
          </p:nvPr>
        </p:nvSpPr>
        <p:spPr>
          <a:xfrm>
            <a:off x="8051801" y="2904565"/>
            <a:ext cx="3456432" cy="3314132"/>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400"/>
              <a:buNone/>
              <a:defRPr sz="1400"/>
            </a:lvl1pPr>
            <a:lvl2pPr indent="-228600" lvl="1" marL="914400" algn="l">
              <a:lnSpc>
                <a:spcPct val="90000"/>
              </a:lnSpc>
              <a:spcBef>
                <a:spcPts val="500"/>
              </a:spcBef>
              <a:spcAft>
                <a:spcPts val="0"/>
              </a:spcAft>
              <a:buClr>
                <a:schemeClr val="lt1"/>
              </a:buClr>
              <a:buSzPts val="1200"/>
              <a:buNone/>
              <a:defRPr sz="1200"/>
            </a:lvl2pPr>
            <a:lvl3pPr indent="-228600" lvl="2" marL="1371600" algn="l">
              <a:lnSpc>
                <a:spcPct val="90000"/>
              </a:lnSpc>
              <a:spcBef>
                <a:spcPts val="500"/>
              </a:spcBef>
              <a:spcAft>
                <a:spcPts val="0"/>
              </a:spcAft>
              <a:buClr>
                <a:schemeClr val="lt1"/>
              </a:buClr>
              <a:buSzPts val="1000"/>
              <a:buNone/>
              <a:defRPr sz="1000"/>
            </a:lvl3pPr>
            <a:lvl4pPr indent="-228600" lvl="3" marL="1828800" algn="l">
              <a:lnSpc>
                <a:spcPct val="90000"/>
              </a:lnSpc>
              <a:spcBef>
                <a:spcPts val="500"/>
              </a:spcBef>
              <a:spcAft>
                <a:spcPts val="0"/>
              </a:spcAft>
              <a:buClr>
                <a:schemeClr val="lt1"/>
              </a:buClr>
              <a:buSzPts val="900"/>
              <a:buNone/>
              <a:defRPr sz="900"/>
            </a:lvl4pPr>
            <a:lvl5pPr indent="-228600" lvl="4" marL="2286000" algn="l">
              <a:lnSpc>
                <a:spcPct val="90000"/>
              </a:lnSpc>
              <a:spcBef>
                <a:spcPts val="500"/>
              </a:spcBef>
              <a:spcAft>
                <a:spcPts val="0"/>
              </a:spcAft>
              <a:buClr>
                <a:schemeClr val="lt1"/>
              </a:buClr>
              <a:buSzPts val="900"/>
              <a:buNone/>
              <a:defRPr sz="900"/>
            </a:lvl5pPr>
            <a:lvl6pPr indent="-228600" lvl="5" marL="2743200" algn="l">
              <a:lnSpc>
                <a:spcPct val="90000"/>
              </a:lnSpc>
              <a:spcBef>
                <a:spcPts val="500"/>
              </a:spcBef>
              <a:spcAft>
                <a:spcPts val="0"/>
              </a:spcAft>
              <a:buClr>
                <a:schemeClr val="lt1"/>
              </a:buClr>
              <a:buSzPts val="900"/>
              <a:buNone/>
              <a:defRPr sz="900"/>
            </a:lvl6pPr>
            <a:lvl7pPr indent="-228600" lvl="6" marL="3200400" algn="l">
              <a:lnSpc>
                <a:spcPct val="90000"/>
              </a:lnSpc>
              <a:spcBef>
                <a:spcPts val="500"/>
              </a:spcBef>
              <a:spcAft>
                <a:spcPts val="0"/>
              </a:spcAft>
              <a:buClr>
                <a:schemeClr val="lt1"/>
              </a:buClr>
              <a:buSzPts val="900"/>
              <a:buNone/>
              <a:defRPr sz="900"/>
            </a:lvl7pPr>
            <a:lvl8pPr indent="-228600" lvl="7" marL="3657600" algn="l">
              <a:lnSpc>
                <a:spcPct val="90000"/>
              </a:lnSpc>
              <a:spcBef>
                <a:spcPts val="500"/>
              </a:spcBef>
              <a:spcAft>
                <a:spcPts val="0"/>
              </a:spcAft>
              <a:buClr>
                <a:schemeClr val="lt1"/>
              </a:buClr>
              <a:buSzPts val="900"/>
              <a:buNone/>
              <a:defRPr sz="900"/>
            </a:lvl8pPr>
            <a:lvl9pPr indent="-228600" lvl="8" marL="4114800" algn="l">
              <a:lnSpc>
                <a:spcPct val="90000"/>
              </a:lnSpc>
              <a:spcBef>
                <a:spcPts val="500"/>
              </a:spcBef>
              <a:spcAft>
                <a:spcPts val="0"/>
              </a:spcAft>
              <a:buClr>
                <a:schemeClr val="lt1"/>
              </a:buClr>
              <a:buSzPts val="900"/>
              <a:buNone/>
              <a:defRPr sz="900"/>
            </a:lvl9pPr>
          </a:lstStyle>
          <a:p/>
        </p:txBody>
      </p:sp>
      <p:sp>
        <p:nvSpPr>
          <p:cNvPr id="110" name="Google Shape;110;p30"/>
          <p:cNvSpPr txBox="1"/>
          <p:nvPr>
            <p:ph idx="10" type="dt"/>
          </p:nvPr>
        </p:nvSpPr>
        <p:spPr>
          <a:xfrm>
            <a:off x="8595360" y="6356350"/>
            <a:ext cx="291084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1" name="Google Shape;111;p30"/>
          <p:cNvSpPr txBox="1"/>
          <p:nvPr>
            <p:ph idx="11" type="ftr"/>
          </p:nvPr>
        </p:nvSpPr>
        <p:spPr>
          <a:xfrm>
            <a:off x="685800" y="6355845"/>
            <a:ext cx="77724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2" name="Google Shape;112;p30"/>
          <p:cNvSpPr txBox="1"/>
          <p:nvPr>
            <p:ph idx="12" type="sldNum"/>
          </p:nvPr>
        </p:nvSpPr>
        <p:spPr>
          <a:xfrm>
            <a:off x="8763000" y="38100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 Picture Column">
  <p:cSld name="3 Picture Column">
    <p:spTree>
      <p:nvGrpSpPr>
        <p:cNvPr id="113" name="Shape 113"/>
        <p:cNvGrpSpPr/>
        <p:nvPr/>
      </p:nvGrpSpPr>
      <p:grpSpPr>
        <a:xfrm>
          <a:off x="0" y="0"/>
          <a:ext cx="0" cy="0"/>
          <a:chOff x="0" y="0"/>
          <a:chExt cx="0" cy="0"/>
        </a:xfrm>
      </p:grpSpPr>
      <p:sp>
        <p:nvSpPr>
          <p:cNvPr id="114" name="Google Shape;114;p31"/>
          <p:cNvSpPr txBox="1"/>
          <p:nvPr>
            <p:ph type="title"/>
          </p:nvPr>
        </p:nvSpPr>
        <p:spPr>
          <a:xfrm>
            <a:off x="2895600" y="762000"/>
            <a:ext cx="8610599" cy="1295400"/>
          </a:xfrm>
          <a:prstGeom prst="rect">
            <a:avLst/>
          </a:prstGeom>
          <a:noFill/>
          <a:ln>
            <a:noFill/>
          </a:ln>
        </p:spPr>
        <p:txBody>
          <a:bodyPr anchorCtr="0" anchor="ctr" bIns="45700" lIns="91425" spcFirstLastPara="1" rIns="91425" wrap="square" tIns="45700">
            <a:normAutofit/>
          </a:bodyPr>
          <a:lstStyle>
            <a:lvl1pPr lvl="0" algn="r">
              <a:lnSpc>
                <a:spcPct val="90000"/>
              </a:lnSpc>
              <a:spcBef>
                <a:spcPts val="0"/>
              </a:spcBef>
              <a:spcAft>
                <a:spcPts val="0"/>
              </a:spcAft>
              <a:buClr>
                <a:schemeClr val="l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15" name="Google Shape;115;p31"/>
          <p:cNvSpPr txBox="1"/>
          <p:nvPr>
            <p:ph idx="1" type="body"/>
          </p:nvPr>
        </p:nvSpPr>
        <p:spPr>
          <a:xfrm>
            <a:off x="688618" y="4191000"/>
            <a:ext cx="3451582" cy="682765"/>
          </a:xfrm>
          <a:prstGeom prst="rect">
            <a:avLst/>
          </a:prstGeom>
          <a:noFill/>
          <a:ln>
            <a:noFill/>
          </a:ln>
        </p:spPr>
        <p:txBody>
          <a:bodyPr anchorCtr="0" anchor="b" bIns="45700" lIns="91425" spcFirstLastPara="1" rIns="91425" wrap="square" tIns="45700">
            <a:noAutofit/>
          </a:bodyPr>
          <a:lstStyle>
            <a:lvl1pPr indent="-228600" lvl="0" marL="457200" algn="l">
              <a:lnSpc>
                <a:spcPct val="90000"/>
              </a:lnSpc>
              <a:spcBef>
                <a:spcPts val="1000"/>
              </a:spcBef>
              <a:spcAft>
                <a:spcPts val="0"/>
              </a:spcAft>
              <a:buClr>
                <a:schemeClr val="lt1"/>
              </a:buClr>
              <a:buSzPts val="2400"/>
              <a:buNone/>
              <a:defRPr b="0" sz="2400">
                <a:solidFill>
                  <a:schemeClr val="lt1"/>
                </a:solidFill>
              </a:defRPr>
            </a:lvl1pPr>
            <a:lvl2pPr indent="-228600" lvl="1" marL="914400" algn="l">
              <a:lnSpc>
                <a:spcPct val="90000"/>
              </a:lnSpc>
              <a:spcBef>
                <a:spcPts val="500"/>
              </a:spcBef>
              <a:spcAft>
                <a:spcPts val="0"/>
              </a:spcAft>
              <a:buClr>
                <a:schemeClr val="lt1"/>
              </a:buClr>
              <a:buSzPts val="2000"/>
              <a:buNone/>
              <a:defRPr b="1" sz="2000"/>
            </a:lvl2pPr>
            <a:lvl3pPr indent="-228600" lvl="2" marL="1371600" algn="l">
              <a:lnSpc>
                <a:spcPct val="90000"/>
              </a:lnSpc>
              <a:spcBef>
                <a:spcPts val="500"/>
              </a:spcBef>
              <a:spcAft>
                <a:spcPts val="0"/>
              </a:spcAft>
              <a:buClr>
                <a:schemeClr val="lt1"/>
              </a:buClr>
              <a:buSzPts val="1800"/>
              <a:buNone/>
              <a:defRPr b="1" sz="1800"/>
            </a:lvl3pPr>
            <a:lvl4pPr indent="-228600" lvl="3" marL="1828800" algn="l">
              <a:lnSpc>
                <a:spcPct val="90000"/>
              </a:lnSpc>
              <a:spcBef>
                <a:spcPts val="500"/>
              </a:spcBef>
              <a:spcAft>
                <a:spcPts val="0"/>
              </a:spcAft>
              <a:buClr>
                <a:schemeClr val="lt1"/>
              </a:buClr>
              <a:buSzPts val="1600"/>
              <a:buNone/>
              <a:defRPr b="1" sz="1600"/>
            </a:lvl4pPr>
            <a:lvl5pPr indent="-228600" lvl="4" marL="2286000" algn="l">
              <a:lnSpc>
                <a:spcPct val="90000"/>
              </a:lnSpc>
              <a:spcBef>
                <a:spcPts val="500"/>
              </a:spcBef>
              <a:spcAft>
                <a:spcPts val="0"/>
              </a:spcAft>
              <a:buClr>
                <a:schemeClr val="lt1"/>
              </a:buClr>
              <a:buSzPts val="1600"/>
              <a:buNone/>
              <a:defRPr b="1" sz="1600"/>
            </a:lvl5pPr>
            <a:lvl6pPr indent="-228600" lvl="5" marL="2743200" algn="l">
              <a:lnSpc>
                <a:spcPct val="90000"/>
              </a:lnSpc>
              <a:spcBef>
                <a:spcPts val="500"/>
              </a:spcBef>
              <a:spcAft>
                <a:spcPts val="0"/>
              </a:spcAft>
              <a:buClr>
                <a:schemeClr val="lt1"/>
              </a:buClr>
              <a:buSzPts val="1600"/>
              <a:buNone/>
              <a:defRPr b="1" sz="1600"/>
            </a:lvl6pPr>
            <a:lvl7pPr indent="-228600" lvl="6" marL="3200400" algn="l">
              <a:lnSpc>
                <a:spcPct val="90000"/>
              </a:lnSpc>
              <a:spcBef>
                <a:spcPts val="500"/>
              </a:spcBef>
              <a:spcAft>
                <a:spcPts val="0"/>
              </a:spcAft>
              <a:buClr>
                <a:schemeClr val="lt1"/>
              </a:buClr>
              <a:buSzPts val="1600"/>
              <a:buNone/>
              <a:defRPr b="1" sz="1600"/>
            </a:lvl7pPr>
            <a:lvl8pPr indent="-228600" lvl="7" marL="3657600" algn="l">
              <a:lnSpc>
                <a:spcPct val="90000"/>
              </a:lnSpc>
              <a:spcBef>
                <a:spcPts val="500"/>
              </a:spcBef>
              <a:spcAft>
                <a:spcPts val="0"/>
              </a:spcAft>
              <a:buClr>
                <a:schemeClr val="lt1"/>
              </a:buClr>
              <a:buSzPts val="1600"/>
              <a:buNone/>
              <a:defRPr b="1" sz="1600"/>
            </a:lvl8pPr>
            <a:lvl9pPr indent="-228600" lvl="8" marL="4114800" algn="l">
              <a:lnSpc>
                <a:spcPct val="90000"/>
              </a:lnSpc>
              <a:spcBef>
                <a:spcPts val="500"/>
              </a:spcBef>
              <a:spcAft>
                <a:spcPts val="0"/>
              </a:spcAft>
              <a:buClr>
                <a:schemeClr val="lt1"/>
              </a:buClr>
              <a:buSzPts val="1600"/>
              <a:buNone/>
              <a:defRPr b="1" sz="1600"/>
            </a:lvl9pPr>
          </a:lstStyle>
          <a:p/>
        </p:txBody>
      </p:sp>
      <p:sp>
        <p:nvSpPr>
          <p:cNvPr id="116" name="Google Shape;116;p31"/>
          <p:cNvSpPr/>
          <p:nvPr>
            <p:ph idx="2" type="pic"/>
          </p:nvPr>
        </p:nvSpPr>
        <p:spPr>
          <a:xfrm>
            <a:off x="688618" y="2362200"/>
            <a:ext cx="3451582" cy="1524000"/>
          </a:xfrm>
          <a:prstGeom prst="roundRect">
            <a:avLst>
              <a:gd fmla="val 0" name="adj"/>
            </a:avLst>
          </a:prstGeom>
          <a:noFill/>
          <a:ln>
            <a:noFill/>
          </a:ln>
          <a:effectLst>
            <a:outerShdw blurRad="50800" rotWithShape="0" algn="tl" dir="5400000" dist="50800">
              <a:srgbClr val="000000">
                <a:alpha val="42745"/>
              </a:srgbClr>
            </a:outerShdw>
          </a:effectLst>
        </p:spPr>
      </p:sp>
      <p:sp>
        <p:nvSpPr>
          <p:cNvPr id="117" name="Google Shape;117;p31"/>
          <p:cNvSpPr txBox="1"/>
          <p:nvPr>
            <p:ph idx="3" type="body"/>
          </p:nvPr>
        </p:nvSpPr>
        <p:spPr>
          <a:xfrm>
            <a:off x="688618" y="4873764"/>
            <a:ext cx="3451582" cy="1344921"/>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400"/>
              <a:buNone/>
              <a:defRPr sz="1400"/>
            </a:lvl1pPr>
            <a:lvl2pPr indent="-228600" lvl="1" marL="914400" algn="l">
              <a:lnSpc>
                <a:spcPct val="90000"/>
              </a:lnSpc>
              <a:spcBef>
                <a:spcPts val="500"/>
              </a:spcBef>
              <a:spcAft>
                <a:spcPts val="0"/>
              </a:spcAft>
              <a:buClr>
                <a:schemeClr val="lt1"/>
              </a:buClr>
              <a:buSzPts val="1200"/>
              <a:buNone/>
              <a:defRPr sz="1200"/>
            </a:lvl2pPr>
            <a:lvl3pPr indent="-228600" lvl="2" marL="1371600" algn="l">
              <a:lnSpc>
                <a:spcPct val="90000"/>
              </a:lnSpc>
              <a:spcBef>
                <a:spcPts val="500"/>
              </a:spcBef>
              <a:spcAft>
                <a:spcPts val="0"/>
              </a:spcAft>
              <a:buClr>
                <a:schemeClr val="lt1"/>
              </a:buClr>
              <a:buSzPts val="1000"/>
              <a:buNone/>
              <a:defRPr sz="1000"/>
            </a:lvl3pPr>
            <a:lvl4pPr indent="-228600" lvl="3" marL="1828800" algn="l">
              <a:lnSpc>
                <a:spcPct val="90000"/>
              </a:lnSpc>
              <a:spcBef>
                <a:spcPts val="500"/>
              </a:spcBef>
              <a:spcAft>
                <a:spcPts val="0"/>
              </a:spcAft>
              <a:buClr>
                <a:schemeClr val="lt1"/>
              </a:buClr>
              <a:buSzPts val="900"/>
              <a:buNone/>
              <a:defRPr sz="900"/>
            </a:lvl4pPr>
            <a:lvl5pPr indent="-228600" lvl="4" marL="2286000" algn="l">
              <a:lnSpc>
                <a:spcPct val="90000"/>
              </a:lnSpc>
              <a:spcBef>
                <a:spcPts val="500"/>
              </a:spcBef>
              <a:spcAft>
                <a:spcPts val="0"/>
              </a:spcAft>
              <a:buClr>
                <a:schemeClr val="lt1"/>
              </a:buClr>
              <a:buSzPts val="900"/>
              <a:buNone/>
              <a:defRPr sz="900"/>
            </a:lvl5pPr>
            <a:lvl6pPr indent="-228600" lvl="5" marL="2743200" algn="l">
              <a:lnSpc>
                <a:spcPct val="90000"/>
              </a:lnSpc>
              <a:spcBef>
                <a:spcPts val="500"/>
              </a:spcBef>
              <a:spcAft>
                <a:spcPts val="0"/>
              </a:spcAft>
              <a:buClr>
                <a:schemeClr val="lt1"/>
              </a:buClr>
              <a:buSzPts val="900"/>
              <a:buNone/>
              <a:defRPr sz="900"/>
            </a:lvl6pPr>
            <a:lvl7pPr indent="-228600" lvl="6" marL="3200400" algn="l">
              <a:lnSpc>
                <a:spcPct val="90000"/>
              </a:lnSpc>
              <a:spcBef>
                <a:spcPts val="500"/>
              </a:spcBef>
              <a:spcAft>
                <a:spcPts val="0"/>
              </a:spcAft>
              <a:buClr>
                <a:schemeClr val="lt1"/>
              </a:buClr>
              <a:buSzPts val="900"/>
              <a:buNone/>
              <a:defRPr sz="900"/>
            </a:lvl7pPr>
            <a:lvl8pPr indent="-228600" lvl="7" marL="3657600" algn="l">
              <a:lnSpc>
                <a:spcPct val="90000"/>
              </a:lnSpc>
              <a:spcBef>
                <a:spcPts val="500"/>
              </a:spcBef>
              <a:spcAft>
                <a:spcPts val="0"/>
              </a:spcAft>
              <a:buClr>
                <a:schemeClr val="lt1"/>
              </a:buClr>
              <a:buSzPts val="900"/>
              <a:buNone/>
              <a:defRPr sz="900"/>
            </a:lvl8pPr>
            <a:lvl9pPr indent="-228600" lvl="8" marL="4114800" algn="l">
              <a:lnSpc>
                <a:spcPct val="90000"/>
              </a:lnSpc>
              <a:spcBef>
                <a:spcPts val="500"/>
              </a:spcBef>
              <a:spcAft>
                <a:spcPts val="0"/>
              </a:spcAft>
              <a:buClr>
                <a:schemeClr val="lt1"/>
              </a:buClr>
              <a:buSzPts val="900"/>
              <a:buNone/>
              <a:defRPr sz="900"/>
            </a:lvl9pPr>
          </a:lstStyle>
          <a:p/>
        </p:txBody>
      </p:sp>
      <p:sp>
        <p:nvSpPr>
          <p:cNvPr id="118" name="Google Shape;118;p31"/>
          <p:cNvSpPr txBox="1"/>
          <p:nvPr>
            <p:ph idx="4" type="body"/>
          </p:nvPr>
        </p:nvSpPr>
        <p:spPr>
          <a:xfrm>
            <a:off x="4374263" y="4191000"/>
            <a:ext cx="3448935" cy="682765"/>
          </a:xfrm>
          <a:prstGeom prst="rect">
            <a:avLst/>
          </a:prstGeom>
          <a:noFill/>
          <a:ln>
            <a:noFill/>
          </a:ln>
        </p:spPr>
        <p:txBody>
          <a:bodyPr anchorCtr="0" anchor="b" bIns="45700" lIns="91425" spcFirstLastPara="1" rIns="91425" wrap="square" tIns="45700">
            <a:noAutofit/>
          </a:bodyPr>
          <a:lstStyle>
            <a:lvl1pPr indent="-228600" lvl="0" marL="457200" algn="l">
              <a:lnSpc>
                <a:spcPct val="90000"/>
              </a:lnSpc>
              <a:spcBef>
                <a:spcPts val="1000"/>
              </a:spcBef>
              <a:spcAft>
                <a:spcPts val="0"/>
              </a:spcAft>
              <a:buClr>
                <a:schemeClr val="lt1"/>
              </a:buClr>
              <a:buSzPts val="2400"/>
              <a:buNone/>
              <a:defRPr b="0" sz="2400">
                <a:solidFill>
                  <a:schemeClr val="lt1"/>
                </a:solidFill>
              </a:defRPr>
            </a:lvl1pPr>
            <a:lvl2pPr indent="-228600" lvl="1" marL="914400" algn="l">
              <a:lnSpc>
                <a:spcPct val="90000"/>
              </a:lnSpc>
              <a:spcBef>
                <a:spcPts val="500"/>
              </a:spcBef>
              <a:spcAft>
                <a:spcPts val="0"/>
              </a:spcAft>
              <a:buClr>
                <a:schemeClr val="lt1"/>
              </a:buClr>
              <a:buSzPts val="2000"/>
              <a:buNone/>
              <a:defRPr b="1" sz="2000"/>
            </a:lvl2pPr>
            <a:lvl3pPr indent="-228600" lvl="2" marL="1371600" algn="l">
              <a:lnSpc>
                <a:spcPct val="90000"/>
              </a:lnSpc>
              <a:spcBef>
                <a:spcPts val="500"/>
              </a:spcBef>
              <a:spcAft>
                <a:spcPts val="0"/>
              </a:spcAft>
              <a:buClr>
                <a:schemeClr val="lt1"/>
              </a:buClr>
              <a:buSzPts val="1800"/>
              <a:buNone/>
              <a:defRPr b="1" sz="1800"/>
            </a:lvl3pPr>
            <a:lvl4pPr indent="-228600" lvl="3" marL="1828800" algn="l">
              <a:lnSpc>
                <a:spcPct val="90000"/>
              </a:lnSpc>
              <a:spcBef>
                <a:spcPts val="500"/>
              </a:spcBef>
              <a:spcAft>
                <a:spcPts val="0"/>
              </a:spcAft>
              <a:buClr>
                <a:schemeClr val="lt1"/>
              </a:buClr>
              <a:buSzPts val="1600"/>
              <a:buNone/>
              <a:defRPr b="1" sz="1600"/>
            </a:lvl4pPr>
            <a:lvl5pPr indent="-228600" lvl="4" marL="2286000" algn="l">
              <a:lnSpc>
                <a:spcPct val="90000"/>
              </a:lnSpc>
              <a:spcBef>
                <a:spcPts val="500"/>
              </a:spcBef>
              <a:spcAft>
                <a:spcPts val="0"/>
              </a:spcAft>
              <a:buClr>
                <a:schemeClr val="lt1"/>
              </a:buClr>
              <a:buSzPts val="1600"/>
              <a:buNone/>
              <a:defRPr b="1" sz="1600"/>
            </a:lvl5pPr>
            <a:lvl6pPr indent="-228600" lvl="5" marL="2743200" algn="l">
              <a:lnSpc>
                <a:spcPct val="90000"/>
              </a:lnSpc>
              <a:spcBef>
                <a:spcPts val="500"/>
              </a:spcBef>
              <a:spcAft>
                <a:spcPts val="0"/>
              </a:spcAft>
              <a:buClr>
                <a:schemeClr val="lt1"/>
              </a:buClr>
              <a:buSzPts val="1600"/>
              <a:buNone/>
              <a:defRPr b="1" sz="1600"/>
            </a:lvl6pPr>
            <a:lvl7pPr indent="-228600" lvl="6" marL="3200400" algn="l">
              <a:lnSpc>
                <a:spcPct val="90000"/>
              </a:lnSpc>
              <a:spcBef>
                <a:spcPts val="500"/>
              </a:spcBef>
              <a:spcAft>
                <a:spcPts val="0"/>
              </a:spcAft>
              <a:buClr>
                <a:schemeClr val="lt1"/>
              </a:buClr>
              <a:buSzPts val="1600"/>
              <a:buNone/>
              <a:defRPr b="1" sz="1600"/>
            </a:lvl7pPr>
            <a:lvl8pPr indent="-228600" lvl="7" marL="3657600" algn="l">
              <a:lnSpc>
                <a:spcPct val="90000"/>
              </a:lnSpc>
              <a:spcBef>
                <a:spcPts val="500"/>
              </a:spcBef>
              <a:spcAft>
                <a:spcPts val="0"/>
              </a:spcAft>
              <a:buClr>
                <a:schemeClr val="lt1"/>
              </a:buClr>
              <a:buSzPts val="1600"/>
              <a:buNone/>
              <a:defRPr b="1" sz="1600"/>
            </a:lvl8pPr>
            <a:lvl9pPr indent="-228600" lvl="8" marL="4114800" algn="l">
              <a:lnSpc>
                <a:spcPct val="90000"/>
              </a:lnSpc>
              <a:spcBef>
                <a:spcPts val="500"/>
              </a:spcBef>
              <a:spcAft>
                <a:spcPts val="0"/>
              </a:spcAft>
              <a:buClr>
                <a:schemeClr val="lt1"/>
              </a:buClr>
              <a:buSzPts val="1600"/>
              <a:buNone/>
              <a:defRPr b="1" sz="1600"/>
            </a:lvl9pPr>
          </a:lstStyle>
          <a:p/>
        </p:txBody>
      </p:sp>
      <p:sp>
        <p:nvSpPr>
          <p:cNvPr id="119" name="Google Shape;119;p31"/>
          <p:cNvSpPr/>
          <p:nvPr>
            <p:ph idx="5" type="pic"/>
          </p:nvPr>
        </p:nvSpPr>
        <p:spPr>
          <a:xfrm>
            <a:off x="4374263" y="2362200"/>
            <a:ext cx="3448936" cy="1524000"/>
          </a:xfrm>
          <a:prstGeom prst="roundRect">
            <a:avLst>
              <a:gd fmla="val 0" name="adj"/>
            </a:avLst>
          </a:prstGeom>
          <a:noFill/>
          <a:ln>
            <a:noFill/>
          </a:ln>
          <a:effectLst>
            <a:outerShdw blurRad="50800" rotWithShape="0" algn="tl" dir="5400000" dist="50800">
              <a:srgbClr val="000000">
                <a:alpha val="42745"/>
              </a:srgbClr>
            </a:outerShdw>
          </a:effectLst>
        </p:spPr>
      </p:sp>
      <p:sp>
        <p:nvSpPr>
          <p:cNvPr id="120" name="Google Shape;120;p31"/>
          <p:cNvSpPr txBox="1"/>
          <p:nvPr>
            <p:ph idx="6" type="body"/>
          </p:nvPr>
        </p:nvSpPr>
        <p:spPr>
          <a:xfrm>
            <a:off x="4374264" y="4873763"/>
            <a:ext cx="3448935" cy="1344921"/>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400"/>
              <a:buNone/>
              <a:defRPr sz="1400"/>
            </a:lvl1pPr>
            <a:lvl2pPr indent="-228600" lvl="1" marL="914400" algn="l">
              <a:lnSpc>
                <a:spcPct val="90000"/>
              </a:lnSpc>
              <a:spcBef>
                <a:spcPts val="500"/>
              </a:spcBef>
              <a:spcAft>
                <a:spcPts val="0"/>
              </a:spcAft>
              <a:buClr>
                <a:schemeClr val="lt1"/>
              </a:buClr>
              <a:buSzPts val="1200"/>
              <a:buNone/>
              <a:defRPr sz="1200"/>
            </a:lvl2pPr>
            <a:lvl3pPr indent="-228600" lvl="2" marL="1371600" algn="l">
              <a:lnSpc>
                <a:spcPct val="90000"/>
              </a:lnSpc>
              <a:spcBef>
                <a:spcPts val="500"/>
              </a:spcBef>
              <a:spcAft>
                <a:spcPts val="0"/>
              </a:spcAft>
              <a:buClr>
                <a:schemeClr val="lt1"/>
              </a:buClr>
              <a:buSzPts val="1000"/>
              <a:buNone/>
              <a:defRPr sz="1000"/>
            </a:lvl3pPr>
            <a:lvl4pPr indent="-228600" lvl="3" marL="1828800" algn="l">
              <a:lnSpc>
                <a:spcPct val="90000"/>
              </a:lnSpc>
              <a:spcBef>
                <a:spcPts val="500"/>
              </a:spcBef>
              <a:spcAft>
                <a:spcPts val="0"/>
              </a:spcAft>
              <a:buClr>
                <a:schemeClr val="lt1"/>
              </a:buClr>
              <a:buSzPts val="900"/>
              <a:buNone/>
              <a:defRPr sz="900"/>
            </a:lvl4pPr>
            <a:lvl5pPr indent="-228600" lvl="4" marL="2286000" algn="l">
              <a:lnSpc>
                <a:spcPct val="90000"/>
              </a:lnSpc>
              <a:spcBef>
                <a:spcPts val="500"/>
              </a:spcBef>
              <a:spcAft>
                <a:spcPts val="0"/>
              </a:spcAft>
              <a:buClr>
                <a:schemeClr val="lt1"/>
              </a:buClr>
              <a:buSzPts val="900"/>
              <a:buNone/>
              <a:defRPr sz="900"/>
            </a:lvl5pPr>
            <a:lvl6pPr indent="-228600" lvl="5" marL="2743200" algn="l">
              <a:lnSpc>
                <a:spcPct val="90000"/>
              </a:lnSpc>
              <a:spcBef>
                <a:spcPts val="500"/>
              </a:spcBef>
              <a:spcAft>
                <a:spcPts val="0"/>
              </a:spcAft>
              <a:buClr>
                <a:schemeClr val="lt1"/>
              </a:buClr>
              <a:buSzPts val="900"/>
              <a:buNone/>
              <a:defRPr sz="900"/>
            </a:lvl6pPr>
            <a:lvl7pPr indent="-228600" lvl="6" marL="3200400" algn="l">
              <a:lnSpc>
                <a:spcPct val="90000"/>
              </a:lnSpc>
              <a:spcBef>
                <a:spcPts val="500"/>
              </a:spcBef>
              <a:spcAft>
                <a:spcPts val="0"/>
              </a:spcAft>
              <a:buClr>
                <a:schemeClr val="lt1"/>
              </a:buClr>
              <a:buSzPts val="900"/>
              <a:buNone/>
              <a:defRPr sz="900"/>
            </a:lvl7pPr>
            <a:lvl8pPr indent="-228600" lvl="7" marL="3657600" algn="l">
              <a:lnSpc>
                <a:spcPct val="90000"/>
              </a:lnSpc>
              <a:spcBef>
                <a:spcPts val="500"/>
              </a:spcBef>
              <a:spcAft>
                <a:spcPts val="0"/>
              </a:spcAft>
              <a:buClr>
                <a:schemeClr val="lt1"/>
              </a:buClr>
              <a:buSzPts val="900"/>
              <a:buNone/>
              <a:defRPr sz="900"/>
            </a:lvl8pPr>
            <a:lvl9pPr indent="-228600" lvl="8" marL="4114800" algn="l">
              <a:lnSpc>
                <a:spcPct val="90000"/>
              </a:lnSpc>
              <a:spcBef>
                <a:spcPts val="500"/>
              </a:spcBef>
              <a:spcAft>
                <a:spcPts val="0"/>
              </a:spcAft>
              <a:buClr>
                <a:schemeClr val="lt1"/>
              </a:buClr>
              <a:buSzPts val="900"/>
              <a:buNone/>
              <a:defRPr sz="900"/>
            </a:lvl9pPr>
          </a:lstStyle>
          <a:p/>
        </p:txBody>
      </p:sp>
      <p:sp>
        <p:nvSpPr>
          <p:cNvPr id="121" name="Google Shape;121;p31"/>
          <p:cNvSpPr txBox="1"/>
          <p:nvPr>
            <p:ph idx="7" type="body"/>
          </p:nvPr>
        </p:nvSpPr>
        <p:spPr>
          <a:xfrm>
            <a:off x="8049731" y="4191000"/>
            <a:ext cx="3456469" cy="682765"/>
          </a:xfrm>
          <a:prstGeom prst="rect">
            <a:avLst/>
          </a:prstGeom>
          <a:noFill/>
          <a:ln>
            <a:noFill/>
          </a:ln>
        </p:spPr>
        <p:txBody>
          <a:bodyPr anchorCtr="0" anchor="b" bIns="45700" lIns="91425" spcFirstLastPara="1" rIns="91425" wrap="square" tIns="45700">
            <a:noAutofit/>
          </a:bodyPr>
          <a:lstStyle>
            <a:lvl1pPr indent="-228600" lvl="0" marL="457200" algn="l">
              <a:lnSpc>
                <a:spcPct val="90000"/>
              </a:lnSpc>
              <a:spcBef>
                <a:spcPts val="1000"/>
              </a:spcBef>
              <a:spcAft>
                <a:spcPts val="0"/>
              </a:spcAft>
              <a:buClr>
                <a:schemeClr val="lt1"/>
              </a:buClr>
              <a:buSzPts val="2400"/>
              <a:buNone/>
              <a:defRPr b="0" sz="2400">
                <a:solidFill>
                  <a:schemeClr val="lt1"/>
                </a:solidFill>
              </a:defRPr>
            </a:lvl1pPr>
            <a:lvl2pPr indent="-228600" lvl="1" marL="914400" algn="l">
              <a:lnSpc>
                <a:spcPct val="90000"/>
              </a:lnSpc>
              <a:spcBef>
                <a:spcPts val="500"/>
              </a:spcBef>
              <a:spcAft>
                <a:spcPts val="0"/>
              </a:spcAft>
              <a:buClr>
                <a:schemeClr val="lt1"/>
              </a:buClr>
              <a:buSzPts val="2000"/>
              <a:buNone/>
              <a:defRPr b="1" sz="2000"/>
            </a:lvl2pPr>
            <a:lvl3pPr indent="-228600" lvl="2" marL="1371600" algn="l">
              <a:lnSpc>
                <a:spcPct val="90000"/>
              </a:lnSpc>
              <a:spcBef>
                <a:spcPts val="500"/>
              </a:spcBef>
              <a:spcAft>
                <a:spcPts val="0"/>
              </a:spcAft>
              <a:buClr>
                <a:schemeClr val="lt1"/>
              </a:buClr>
              <a:buSzPts val="1800"/>
              <a:buNone/>
              <a:defRPr b="1" sz="1800"/>
            </a:lvl3pPr>
            <a:lvl4pPr indent="-228600" lvl="3" marL="1828800" algn="l">
              <a:lnSpc>
                <a:spcPct val="90000"/>
              </a:lnSpc>
              <a:spcBef>
                <a:spcPts val="500"/>
              </a:spcBef>
              <a:spcAft>
                <a:spcPts val="0"/>
              </a:spcAft>
              <a:buClr>
                <a:schemeClr val="lt1"/>
              </a:buClr>
              <a:buSzPts val="1600"/>
              <a:buNone/>
              <a:defRPr b="1" sz="1600"/>
            </a:lvl4pPr>
            <a:lvl5pPr indent="-228600" lvl="4" marL="2286000" algn="l">
              <a:lnSpc>
                <a:spcPct val="90000"/>
              </a:lnSpc>
              <a:spcBef>
                <a:spcPts val="500"/>
              </a:spcBef>
              <a:spcAft>
                <a:spcPts val="0"/>
              </a:spcAft>
              <a:buClr>
                <a:schemeClr val="lt1"/>
              </a:buClr>
              <a:buSzPts val="1600"/>
              <a:buNone/>
              <a:defRPr b="1" sz="1600"/>
            </a:lvl5pPr>
            <a:lvl6pPr indent="-228600" lvl="5" marL="2743200" algn="l">
              <a:lnSpc>
                <a:spcPct val="90000"/>
              </a:lnSpc>
              <a:spcBef>
                <a:spcPts val="500"/>
              </a:spcBef>
              <a:spcAft>
                <a:spcPts val="0"/>
              </a:spcAft>
              <a:buClr>
                <a:schemeClr val="lt1"/>
              </a:buClr>
              <a:buSzPts val="1600"/>
              <a:buNone/>
              <a:defRPr b="1" sz="1600"/>
            </a:lvl6pPr>
            <a:lvl7pPr indent="-228600" lvl="6" marL="3200400" algn="l">
              <a:lnSpc>
                <a:spcPct val="90000"/>
              </a:lnSpc>
              <a:spcBef>
                <a:spcPts val="500"/>
              </a:spcBef>
              <a:spcAft>
                <a:spcPts val="0"/>
              </a:spcAft>
              <a:buClr>
                <a:schemeClr val="lt1"/>
              </a:buClr>
              <a:buSzPts val="1600"/>
              <a:buNone/>
              <a:defRPr b="1" sz="1600"/>
            </a:lvl7pPr>
            <a:lvl8pPr indent="-228600" lvl="7" marL="3657600" algn="l">
              <a:lnSpc>
                <a:spcPct val="90000"/>
              </a:lnSpc>
              <a:spcBef>
                <a:spcPts val="500"/>
              </a:spcBef>
              <a:spcAft>
                <a:spcPts val="0"/>
              </a:spcAft>
              <a:buClr>
                <a:schemeClr val="lt1"/>
              </a:buClr>
              <a:buSzPts val="1600"/>
              <a:buNone/>
              <a:defRPr b="1" sz="1600"/>
            </a:lvl8pPr>
            <a:lvl9pPr indent="-228600" lvl="8" marL="4114800" algn="l">
              <a:lnSpc>
                <a:spcPct val="90000"/>
              </a:lnSpc>
              <a:spcBef>
                <a:spcPts val="500"/>
              </a:spcBef>
              <a:spcAft>
                <a:spcPts val="0"/>
              </a:spcAft>
              <a:buClr>
                <a:schemeClr val="lt1"/>
              </a:buClr>
              <a:buSzPts val="1600"/>
              <a:buNone/>
              <a:defRPr b="1" sz="1600"/>
            </a:lvl9pPr>
          </a:lstStyle>
          <a:p/>
        </p:txBody>
      </p:sp>
      <p:sp>
        <p:nvSpPr>
          <p:cNvPr id="122" name="Google Shape;122;p31"/>
          <p:cNvSpPr/>
          <p:nvPr>
            <p:ph idx="8" type="pic"/>
          </p:nvPr>
        </p:nvSpPr>
        <p:spPr>
          <a:xfrm>
            <a:off x="8049855" y="2362200"/>
            <a:ext cx="3447878" cy="1524000"/>
          </a:xfrm>
          <a:prstGeom prst="roundRect">
            <a:avLst>
              <a:gd fmla="val 0" name="adj"/>
            </a:avLst>
          </a:prstGeom>
          <a:noFill/>
          <a:ln>
            <a:noFill/>
          </a:ln>
          <a:effectLst>
            <a:outerShdw blurRad="50800" rotWithShape="0" algn="tl" dir="5400000" dist="50800">
              <a:srgbClr val="000000">
                <a:alpha val="42745"/>
              </a:srgbClr>
            </a:outerShdw>
          </a:effectLst>
        </p:spPr>
      </p:sp>
      <p:sp>
        <p:nvSpPr>
          <p:cNvPr id="123" name="Google Shape;123;p31"/>
          <p:cNvSpPr txBox="1"/>
          <p:nvPr>
            <p:ph idx="9" type="body"/>
          </p:nvPr>
        </p:nvSpPr>
        <p:spPr>
          <a:xfrm>
            <a:off x="8049731" y="4873761"/>
            <a:ext cx="3452445" cy="1344921"/>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400"/>
              <a:buNone/>
              <a:defRPr sz="1400"/>
            </a:lvl1pPr>
            <a:lvl2pPr indent="-228600" lvl="1" marL="914400" algn="l">
              <a:lnSpc>
                <a:spcPct val="90000"/>
              </a:lnSpc>
              <a:spcBef>
                <a:spcPts val="500"/>
              </a:spcBef>
              <a:spcAft>
                <a:spcPts val="0"/>
              </a:spcAft>
              <a:buClr>
                <a:schemeClr val="lt1"/>
              </a:buClr>
              <a:buSzPts val="1200"/>
              <a:buNone/>
              <a:defRPr sz="1200"/>
            </a:lvl2pPr>
            <a:lvl3pPr indent="-228600" lvl="2" marL="1371600" algn="l">
              <a:lnSpc>
                <a:spcPct val="90000"/>
              </a:lnSpc>
              <a:spcBef>
                <a:spcPts val="500"/>
              </a:spcBef>
              <a:spcAft>
                <a:spcPts val="0"/>
              </a:spcAft>
              <a:buClr>
                <a:schemeClr val="lt1"/>
              </a:buClr>
              <a:buSzPts val="1000"/>
              <a:buNone/>
              <a:defRPr sz="1000"/>
            </a:lvl3pPr>
            <a:lvl4pPr indent="-228600" lvl="3" marL="1828800" algn="l">
              <a:lnSpc>
                <a:spcPct val="90000"/>
              </a:lnSpc>
              <a:spcBef>
                <a:spcPts val="500"/>
              </a:spcBef>
              <a:spcAft>
                <a:spcPts val="0"/>
              </a:spcAft>
              <a:buClr>
                <a:schemeClr val="lt1"/>
              </a:buClr>
              <a:buSzPts val="900"/>
              <a:buNone/>
              <a:defRPr sz="900"/>
            </a:lvl4pPr>
            <a:lvl5pPr indent="-228600" lvl="4" marL="2286000" algn="l">
              <a:lnSpc>
                <a:spcPct val="90000"/>
              </a:lnSpc>
              <a:spcBef>
                <a:spcPts val="500"/>
              </a:spcBef>
              <a:spcAft>
                <a:spcPts val="0"/>
              </a:spcAft>
              <a:buClr>
                <a:schemeClr val="lt1"/>
              </a:buClr>
              <a:buSzPts val="900"/>
              <a:buNone/>
              <a:defRPr sz="900"/>
            </a:lvl5pPr>
            <a:lvl6pPr indent="-228600" lvl="5" marL="2743200" algn="l">
              <a:lnSpc>
                <a:spcPct val="90000"/>
              </a:lnSpc>
              <a:spcBef>
                <a:spcPts val="500"/>
              </a:spcBef>
              <a:spcAft>
                <a:spcPts val="0"/>
              </a:spcAft>
              <a:buClr>
                <a:schemeClr val="lt1"/>
              </a:buClr>
              <a:buSzPts val="900"/>
              <a:buNone/>
              <a:defRPr sz="900"/>
            </a:lvl6pPr>
            <a:lvl7pPr indent="-228600" lvl="6" marL="3200400" algn="l">
              <a:lnSpc>
                <a:spcPct val="90000"/>
              </a:lnSpc>
              <a:spcBef>
                <a:spcPts val="500"/>
              </a:spcBef>
              <a:spcAft>
                <a:spcPts val="0"/>
              </a:spcAft>
              <a:buClr>
                <a:schemeClr val="lt1"/>
              </a:buClr>
              <a:buSzPts val="900"/>
              <a:buNone/>
              <a:defRPr sz="900"/>
            </a:lvl7pPr>
            <a:lvl8pPr indent="-228600" lvl="7" marL="3657600" algn="l">
              <a:lnSpc>
                <a:spcPct val="90000"/>
              </a:lnSpc>
              <a:spcBef>
                <a:spcPts val="500"/>
              </a:spcBef>
              <a:spcAft>
                <a:spcPts val="0"/>
              </a:spcAft>
              <a:buClr>
                <a:schemeClr val="lt1"/>
              </a:buClr>
              <a:buSzPts val="900"/>
              <a:buNone/>
              <a:defRPr sz="900"/>
            </a:lvl8pPr>
            <a:lvl9pPr indent="-228600" lvl="8" marL="4114800" algn="l">
              <a:lnSpc>
                <a:spcPct val="90000"/>
              </a:lnSpc>
              <a:spcBef>
                <a:spcPts val="500"/>
              </a:spcBef>
              <a:spcAft>
                <a:spcPts val="0"/>
              </a:spcAft>
              <a:buClr>
                <a:schemeClr val="lt1"/>
              </a:buClr>
              <a:buSzPts val="900"/>
              <a:buNone/>
              <a:defRPr sz="900"/>
            </a:lvl9pPr>
          </a:lstStyle>
          <a:p/>
        </p:txBody>
      </p:sp>
      <p:sp>
        <p:nvSpPr>
          <p:cNvPr id="124" name="Google Shape;124;p31"/>
          <p:cNvSpPr txBox="1"/>
          <p:nvPr>
            <p:ph idx="10" type="dt"/>
          </p:nvPr>
        </p:nvSpPr>
        <p:spPr>
          <a:xfrm>
            <a:off x="8595360" y="6356350"/>
            <a:ext cx="291084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5" name="Google Shape;125;p31"/>
          <p:cNvSpPr txBox="1"/>
          <p:nvPr>
            <p:ph idx="11" type="ftr"/>
          </p:nvPr>
        </p:nvSpPr>
        <p:spPr>
          <a:xfrm>
            <a:off x="685800" y="6355845"/>
            <a:ext cx="77724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6" name="Google Shape;126;p31"/>
          <p:cNvSpPr txBox="1"/>
          <p:nvPr>
            <p:ph idx="12" type="sldNum"/>
          </p:nvPr>
        </p:nvSpPr>
        <p:spPr>
          <a:xfrm>
            <a:off x="8763000" y="38100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27" name="Shape 127"/>
        <p:cNvGrpSpPr/>
        <p:nvPr/>
      </p:nvGrpSpPr>
      <p:grpSpPr>
        <a:xfrm>
          <a:off x="0" y="0"/>
          <a:ext cx="0" cy="0"/>
          <a:chOff x="0" y="0"/>
          <a:chExt cx="0" cy="0"/>
        </a:xfrm>
      </p:grpSpPr>
      <p:sp>
        <p:nvSpPr>
          <p:cNvPr id="128" name="Google Shape;128;p32"/>
          <p:cNvSpPr txBox="1"/>
          <p:nvPr>
            <p:ph type="title"/>
          </p:nvPr>
        </p:nvSpPr>
        <p:spPr>
          <a:xfrm>
            <a:off x="2895600" y="764373"/>
            <a:ext cx="8610600" cy="1293028"/>
          </a:xfrm>
          <a:prstGeom prst="rect">
            <a:avLst/>
          </a:prstGeom>
          <a:noFill/>
          <a:ln>
            <a:noFill/>
          </a:ln>
        </p:spPr>
        <p:txBody>
          <a:bodyPr anchorCtr="0" anchor="ctr" bIns="45700" lIns="91425" spcFirstLastPara="1" rIns="91425" wrap="square" tIns="45700">
            <a:normAutofit/>
          </a:bodyPr>
          <a:lstStyle>
            <a:lvl1pPr lvl="0" algn="r">
              <a:lnSpc>
                <a:spcPct val="90000"/>
              </a:lnSpc>
              <a:spcBef>
                <a:spcPts val="0"/>
              </a:spcBef>
              <a:spcAft>
                <a:spcPts val="0"/>
              </a:spcAft>
              <a:buClr>
                <a:schemeClr val="l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29" name="Google Shape;129;p32"/>
          <p:cNvSpPr txBox="1"/>
          <p:nvPr>
            <p:ph idx="1" type="body"/>
          </p:nvPr>
        </p:nvSpPr>
        <p:spPr>
          <a:xfrm rot="5400000">
            <a:off x="4083938" y="-1203579"/>
            <a:ext cx="4024125" cy="108204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lt1"/>
              </a:buClr>
              <a:buSzPts val="1800"/>
              <a:buChar char="•"/>
              <a:defRPr/>
            </a:lvl1pPr>
            <a:lvl2pPr indent="-342900" lvl="1" marL="914400" algn="l">
              <a:lnSpc>
                <a:spcPct val="90000"/>
              </a:lnSpc>
              <a:spcBef>
                <a:spcPts val="500"/>
              </a:spcBef>
              <a:spcAft>
                <a:spcPts val="0"/>
              </a:spcAft>
              <a:buClr>
                <a:schemeClr val="lt1"/>
              </a:buClr>
              <a:buSzPts val="1800"/>
              <a:buChar char="•"/>
              <a:defRPr/>
            </a:lvl2pPr>
            <a:lvl3pPr indent="-342900" lvl="2" marL="1371600" algn="l">
              <a:lnSpc>
                <a:spcPct val="90000"/>
              </a:lnSpc>
              <a:spcBef>
                <a:spcPts val="500"/>
              </a:spcBef>
              <a:spcAft>
                <a:spcPts val="0"/>
              </a:spcAft>
              <a:buClr>
                <a:schemeClr val="lt1"/>
              </a:buClr>
              <a:buSzPts val="1800"/>
              <a:buChar char="•"/>
              <a:defRPr/>
            </a:lvl3pPr>
            <a:lvl4pPr indent="-342900" lvl="3" marL="1828800" algn="l">
              <a:lnSpc>
                <a:spcPct val="90000"/>
              </a:lnSpc>
              <a:spcBef>
                <a:spcPts val="500"/>
              </a:spcBef>
              <a:spcAft>
                <a:spcPts val="0"/>
              </a:spcAft>
              <a:buClr>
                <a:schemeClr val="lt1"/>
              </a:buClr>
              <a:buSzPts val="1800"/>
              <a:buChar char="•"/>
              <a:defRPr/>
            </a:lvl4pPr>
            <a:lvl5pPr indent="-342900" lvl="4" marL="2286000" algn="l">
              <a:lnSpc>
                <a:spcPct val="90000"/>
              </a:lnSpc>
              <a:spcBef>
                <a:spcPts val="500"/>
              </a:spcBef>
              <a:spcAft>
                <a:spcPts val="0"/>
              </a:spcAft>
              <a:buClr>
                <a:schemeClr val="lt1"/>
              </a:buClr>
              <a:buSzPts val="1800"/>
              <a:buChar char="•"/>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130" name="Google Shape;130;p32"/>
          <p:cNvSpPr txBox="1"/>
          <p:nvPr>
            <p:ph idx="10" type="dt"/>
          </p:nvPr>
        </p:nvSpPr>
        <p:spPr>
          <a:xfrm>
            <a:off x="8595360" y="6356350"/>
            <a:ext cx="291084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1" name="Google Shape;131;p32"/>
          <p:cNvSpPr txBox="1"/>
          <p:nvPr>
            <p:ph idx="11" type="ftr"/>
          </p:nvPr>
        </p:nvSpPr>
        <p:spPr>
          <a:xfrm>
            <a:off x="685800" y="6355845"/>
            <a:ext cx="77724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2" name="Google Shape;132;p32"/>
          <p:cNvSpPr txBox="1"/>
          <p:nvPr>
            <p:ph idx="12" type="sldNum"/>
          </p:nvPr>
        </p:nvSpPr>
        <p:spPr>
          <a:xfrm>
            <a:off x="8763000" y="38100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showMasterSp="0" type="vertTitleAndTx">
  <p:cSld name="VERTICAL_TITLE_AND_VERTICAL_TEXT">
    <p:spTree>
      <p:nvGrpSpPr>
        <p:cNvPr id="133" name="Shape 133"/>
        <p:cNvGrpSpPr/>
        <p:nvPr/>
      </p:nvGrpSpPr>
      <p:grpSpPr>
        <a:xfrm>
          <a:off x="0" y="0"/>
          <a:ext cx="0" cy="0"/>
          <a:chOff x="0" y="0"/>
          <a:chExt cx="0" cy="0"/>
        </a:xfrm>
      </p:grpSpPr>
      <p:pic>
        <p:nvPicPr>
          <p:cNvPr descr="C0-HD-BTM.png" id="134" name="Google Shape;134;p33"/>
          <p:cNvPicPr preferRelativeResize="0"/>
          <p:nvPr/>
        </p:nvPicPr>
        <p:blipFill rotWithShape="1">
          <a:blip r:embed="rId2">
            <a:alphaModFix/>
          </a:blip>
          <a:srcRect b="0" l="0" r="0" t="0"/>
          <a:stretch/>
        </p:blipFill>
        <p:spPr>
          <a:xfrm>
            <a:off x="0" y="4375150"/>
            <a:ext cx="12192000" cy="2482850"/>
          </a:xfrm>
          <a:prstGeom prst="rect">
            <a:avLst/>
          </a:prstGeom>
          <a:noFill/>
          <a:ln>
            <a:noFill/>
          </a:ln>
        </p:spPr>
      </p:pic>
      <p:sp>
        <p:nvSpPr>
          <p:cNvPr id="135" name="Google Shape;135;p33"/>
          <p:cNvSpPr txBox="1"/>
          <p:nvPr>
            <p:ph type="title"/>
          </p:nvPr>
        </p:nvSpPr>
        <p:spPr>
          <a:xfrm rot="5400000">
            <a:off x="8525934" y="1667933"/>
            <a:ext cx="3903133" cy="20574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lt1"/>
              </a:buClr>
              <a:buSzPts val="4000"/>
              <a:buFont typeface="Century Gothic"/>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6" name="Google Shape;136;p33"/>
          <p:cNvSpPr txBox="1"/>
          <p:nvPr>
            <p:ph idx="1" type="body"/>
          </p:nvPr>
        </p:nvSpPr>
        <p:spPr>
          <a:xfrm rot="5400000">
            <a:off x="3175000" y="-1405467"/>
            <a:ext cx="3903133" cy="8204201"/>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lt1"/>
              </a:buClr>
              <a:buSzPts val="1800"/>
              <a:buChar char="•"/>
              <a:defRPr/>
            </a:lvl1pPr>
            <a:lvl2pPr indent="-342900" lvl="1" marL="914400" algn="l">
              <a:lnSpc>
                <a:spcPct val="90000"/>
              </a:lnSpc>
              <a:spcBef>
                <a:spcPts val="500"/>
              </a:spcBef>
              <a:spcAft>
                <a:spcPts val="0"/>
              </a:spcAft>
              <a:buClr>
                <a:schemeClr val="lt1"/>
              </a:buClr>
              <a:buSzPts val="1800"/>
              <a:buChar char="•"/>
              <a:defRPr/>
            </a:lvl2pPr>
            <a:lvl3pPr indent="-342900" lvl="2" marL="1371600" algn="l">
              <a:lnSpc>
                <a:spcPct val="90000"/>
              </a:lnSpc>
              <a:spcBef>
                <a:spcPts val="500"/>
              </a:spcBef>
              <a:spcAft>
                <a:spcPts val="0"/>
              </a:spcAft>
              <a:buClr>
                <a:schemeClr val="lt1"/>
              </a:buClr>
              <a:buSzPts val="1800"/>
              <a:buChar char="•"/>
              <a:defRPr/>
            </a:lvl3pPr>
            <a:lvl4pPr indent="-342900" lvl="3" marL="1828800" algn="l">
              <a:lnSpc>
                <a:spcPct val="90000"/>
              </a:lnSpc>
              <a:spcBef>
                <a:spcPts val="500"/>
              </a:spcBef>
              <a:spcAft>
                <a:spcPts val="0"/>
              </a:spcAft>
              <a:buClr>
                <a:schemeClr val="lt1"/>
              </a:buClr>
              <a:buSzPts val="1800"/>
              <a:buChar char="•"/>
              <a:defRPr/>
            </a:lvl4pPr>
            <a:lvl5pPr indent="-342900" lvl="4" marL="2286000" algn="l">
              <a:lnSpc>
                <a:spcPct val="90000"/>
              </a:lnSpc>
              <a:spcBef>
                <a:spcPts val="500"/>
              </a:spcBef>
              <a:spcAft>
                <a:spcPts val="0"/>
              </a:spcAft>
              <a:buClr>
                <a:schemeClr val="lt1"/>
              </a:buClr>
              <a:buSzPts val="1800"/>
              <a:buChar char="•"/>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137" name="Google Shape;137;p33"/>
          <p:cNvSpPr txBox="1"/>
          <p:nvPr>
            <p:ph idx="10" type="dt"/>
          </p:nvPr>
        </p:nvSpPr>
        <p:spPr>
          <a:xfrm>
            <a:off x="7814452" y="379941"/>
            <a:ext cx="291084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8" name="Google Shape;138;p33"/>
          <p:cNvSpPr txBox="1"/>
          <p:nvPr>
            <p:ph idx="11" type="ftr"/>
          </p:nvPr>
        </p:nvSpPr>
        <p:spPr>
          <a:xfrm>
            <a:off x="685800" y="381000"/>
            <a:ext cx="699149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9" name="Google Shape;139;p33"/>
          <p:cNvSpPr txBox="1"/>
          <p:nvPr>
            <p:ph idx="12" type="sldNum"/>
          </p:nvPr>
        </p:nvSpPr>
        <p:spPr>
          <a:xfrm>
            <a:off x="10862452" y="381000"/>
            <a:ext cx="643748"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slideLayout" Target="../slideLayouts/slideLayout12.xml"/><Relationship Id="rId12" Type="http://schemas.openxmlformats.org/officeDocument/2006/relationships/slideLayout" Target="../slideLayouts/slideLayout11.xml"/><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15" Type="http://schemas.openxmlformats.org/officeDocument/2006/relationships/slideLayout" Target="../slideLayouts/slideLayout14.xml"/><Relationship Id="rId14" Type="http://schemas.openxmlformats.org/officeDocument/2006/relationships/slideLayout" Target="../slideLayouts/slideLayout13.xml"/><Relationship Id="rId17" Type="http://schemas.openxmlformats.org/officeDocument/2006/relationships/slideLayout" Target="../slideLayouts/slideLayout16.xml"/><Relationship Id="rId16" Type="http://schemas.openxmlformats.org/officeDocument/2006/relationships/slideLayout" Target="../slideLayouts/slideLayout15.xml"/><Relationship Id="rId5" Type="http://schemas.openxmlformats.org/officeDocument/2006/relationships/slideLayout" Target="../slideLayouts/slideLayout4.xml"/><Relationship Id="rId19" Type="http://schemas.openxmlformats.org/officeDocument/2006/relationships/theme" Target="../theme/theme2.xml"/><Relationship Id="rId6" Type="http://schemas.openxmlformats.org/officeDocument/2006/relationships/slideLayout" Target="../slideLayouts/slideLayout5.xml"/><Relationship Id="rId18" Type="http://schemas.openxmlformats.org/officeDocument/2006/relationships/slideLayout" Target="../slideLayouts/slideLayout17.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5" name="Shape 5"/>
        <p:cNvGrpSpPr/>
        <p:nvPr/>
      </p:nvGrpSpPr>
      <p:grpSpPr>
        <a:xfrm>
          <a:off x="0" y="0"/>
          <a:ext cx="0" cy="0"/>
          <a:chOff x="0" y="0"/>
          <a:chExt cx="0" cy="0"/>
        </a:xfrm>
      </p:grpSpPr>
      <p:pic>
        <p:nvPicPr>
          <p:cNvPr descr="C0-HD-TOP.png" id="6" name="Google Shape;6;p16"/>
          <p:cNvPicPr preferRelativeResize="0"/>
          <p:nvPr/>
        </p:nvPicPr>
        <p:blipFill rotWithShape="1">
          <a:blip r:embed="rId1">
            <a:alphaModFix/>
          </a:blip>
          <a:srcRect b="0" l="0" r="0" t="0"/>
          <a:stretch/>
        </p:blipFill>
        <p:spPr>
          <a:xfrm>
            <a:off x="0" y="0"/>
            <a:ext cx="12192000" cy="1441450"/>
          </a:xfrm>
          <a:prstGeom prst="rect">
            <a:avLst/>
          </a:prstGeom>
          <a:noFill/>
          <a:ln>
            <a:noFill/>
          </a:ln>
        </p:spPr>
      </p:pic>
      <p:sp>
        <p:nvSpPr>
          <p:cNvPr id="7" name="Google Shape;7;p16"/>
          <p:cNvSpPr txBox="1"/>
          <p:nvPr>
            <p:ph type="title"/>
          </p:nvPr>
        </p:nvSpPr>
        <p:spPr>
          <a:xfrm>
            <a:off x="2895600" y="764373"/>
            <a:ext cx="8610600" cy="1293028"/>
          </a:xfrm>
          <a:prstGeom prst="rect">
            <a:avLst/>
          </a:prstGeom>
          <a:noFill/>
          <a:ln>
            <a:noFill/>
          </a:ln>
        </p:spPr>
        <p:txBody>
          <a:bodyPr anchorCtr="0" anchor="ctr" bIns="45700" lIns="91425" spcFirstLastPara="1" rIns="91425" wrap="square" tIns="45700">
            <a:normAutofit/>
          </a:bodyPr>
          <a:lstStyle>
            <a:lvl1pPr lvl="0" marR="0" rtl="0" algn="r">
              <a:lnSpc>
                <a:spcPct val="90000"/>
              </a:lnSpc>
              <a:spcBef>
                <a:spcPts val="0"/>
              </a:spcBef>
              <a:spcAft>
                <a:spcPts val="0"/>
              </a:spcAft>
              <a:buClr>
                <a:schemeClr val="lt1"/>
              </a:buClr>
              <a:buSzPts val="4000"/>
              <a:buFont typeface="Century Gothic"/>
              <a:buNone/>
              <a:defRPr b="0" i="0" sz="4000" u="none" cap="none" strike="noStrike">
                <a:solidFill>
                  <a:schemeClr val="lt1"/>
                </a:solidFill>
                <a:latin typeface="Century Gothic"/>
                <a:ea typeface="Century Gothic"/>
                <a:cs typeface="Century Gothic"/>
                <a:sym typeface="Century Gothic"/>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8" name="Google Shape;8;p16"/>
          <p:cNvSpPr txBox="1"/>
          <p:nvPr>
            <p:ph idx="1" type="body"/>
          </p:nvPr>
        </p:nvSpPr>
        <p:spPr>
          <a:xfrm>
            <a:off x="685800" y="2194560"/>
            <a:ext cx="10820400" cy="4024125"/>
          </a:xfrm>
          <a:prstGeom prst="rect">
            <a:avLst/>
          </a:prstGeom>
          <a:noFill/>
          <a:ln>
            <a:noFill/>
          </a:ln>
        </p:spPr>
        <p:txBody>
          <a:bodyPr anchorCtr="0" anchor="t" bIns="45700" lIns="91425" spcFirstLastPara="1" rIns="91425" wrap="square" tIns="45700">
            <a:normAutofit/>
          </a:bodyPr>
          <a:lstStyle>
            <a:lvl1pPr indent="-368300" lvl="0" marL="457200" marR="0" rtl="0" algn="l">
              <a:lnSpc>
                <a:spcPct val="90000"/>
              </a:lnSpc>
              <a:spcBef>
                <a:spcPts val="1000"/>
              </a:spcBef>
              <a:spcAft>
                <a:spcPts val="0"/>
              </a:spcAft>
              <a:buClr>
                <a:schemeClr val="lt1"/>
              </a:buClr>
              <a:buSzPts val="2200"/>
              <a:buFont typeface="Arial"/>
              <a:buChar char="•"/>
              <a:defRPr b="0" i="0" sz="2200" u="none" cap="none" strike="noStrike">
                <a:solidFill>
                  <a:schemeClr val="lt1"/>
                </a:solidFill>
                <a:latin typeface="Century Gothic"/>
                <a:ea typeface="Century Gothic"/>
                <a:cs typeface="Century Gothic"/>
                <a:sym typeface="Century Gothic"/>
              </a:defRPr>
            </a:lvl1pPr>
            <a:lvl2pPr indent="-355600" lvl="1" marL="914400" marR="0" rtl="0" algn="l">
              <a:lnSpc>
                <a:spcPct val="90000"/>
              </a:lnSpc>
              <a:spcBef>
                <a:spcPts val="500"/>
              </a:spcBef>
              <a:spcAft>
                <a:spcPts val="0"/>
              </a:spcAft>
              <a:buClr>
                <a:schemeClr val="lt1"/>
              </a:buClr>
              <a:buSzPts val="2000"/>
              <a:buFont typeface="Arial"/>
              <a:buChar char="•"/>
              <a:defRPr b="0" i="0" sz="2000" u="none" cap="none" strike="noStrike">
                <a:solidFill>
                  <a:schemeClr val="lt1"/>
                </a:solidFill>
                <a:latin typeface="Century Gothic"/>
                <a:ea typeface="Century Gothic"/>
                <a:cs typeface="Century Gothic"/>
                <a:sym typeface="Century Gothic"/>
              </a:defRPr>
            </a:lvl2pPr>
            <a:lvl3pPr indent="-342900" lvl="2" marL="1371600" marR="0" rtl="0" algn="l">
              <a:lnSpc>
                <a:spcPct val="90000"/>
              </a:lnSpc>
              <a:spcBef>
                <a:spcPts val="500"/>
              </a:spcBef>
              <a:spcAft>
                <a:spcPts val="0"/>
              </a:spcAft>
              <a:buClr>
                <a:schemeClr val="lt1"/>
              </a:buClr>
              <a:buSzPts val="1800"/>
              <a:buFont typeface="Arial"/>
              <a:buChar char="•"/>
              <a:defRPr b="0" i="0" sz="1800" u="none" cap="none" strike="noStrike">
                <a:solidFill>
                  <a:schemeClr val="lt1"/>
                </a:solidFill>
                <a:latin typeface="Century Gothic"/>
                <a:ea typeface="Century Gothic"/>
                <a:cs typeface="Century Gothic"/>
                <a:sym typeface="Century Gothic"/>
              </a:defRPr>
            </a:lvl3pPr>
            <a:lvl4pPr indent="-330200" lvl="3" marL="1828800" marR="0" rtl="0" algn="l">
              <a:lnSpc>
                <a:spcPct val="90000"/>
              </a:lnSpc>
              <a:spcBef>
                <a:spcPts val="500"/>
              </a:spcBef>
              <a:spcAft>
                <a:spcPts val="0"/>
              </a:spcAft>
              <a:buClr>
                <a:schemeClr val="lt1"/>
              </a:buClr>
              <a:buSzPts val="1600"/>
              <a:buFont typeface="Arial"/>
              <a:buChar char="•"/>
              <a:defRPr b="0" i="0" sz="1600" u="none" cap="none" strike="noStrike">
                <a:solidFill>
                  <a:schemeClr val="lt1"/>
                </a:solidFill>
                <a:latin typeface="Century Gothic"/>
                <a:ea typeface="Century Gothic"/>
                <a:cs typeface="Century Gothic"/>
                <a:sym typeface="Century Gothic"/>
              </a:defRPr>
            </a:lvl4pPr>
            <a:lvl5pPr indent="-330200" lvl="4" marL="2286000" marR="0" rtl="0" algn="l">
              <a:lnSpc>
                <a:spcPct val="90000"/>
              </a:lnSpc>
              <a:spcBef>
                <a:spcPts val="500"/>
              </a:spcBef>
              <a:spcAft>
                <a:spcPts val="0"/>
              </a:spcAft>
              <a:buClr>
                <a:schemeClr val="lt1"/>
              </a:buClr>
              <a:buSzPts val="1600"/>
              <a:buFont typeface="Arial"/>
              <a:buChar char="•"/>
              <a:defRPr b="0" i="0" sz="1600" u="none" cap="none" strike="noStrike">
                <a:solidFill>
                  <a:schemeClr val="lt1"/>
                </a:solidFill>
                <a:latin typeface="Century Gothic"/>
                <a:ea typeface="Century Gothic"/>
                <a:cs typeface="Century Gothic"/>
                <a:sym typeface="Century Gothic"/>
              </a:defRPr>
            </a:lvl5pPr>
            <a:lvl6pPr indent="-330200" lvl="5" marL="2743200" marR="0" rtl="0" algn="l">
              <a:lnSpc>
                <a:spcPct val="90000"/>
              </a:lnSpc>
              <a:spcBef>
                <a:spcPts val="500"/>
              </a:spcBef>
              <a:spcAft>
                <a:spcPts val="0"/>
              </a:spcAft>
              <a:buClr>
                <a:schemeClr val="lt1"/>
              </a:buClr>
              <a:buSzPts val="1600"/>
              <a:buFont typeface="Arial"/>
              <a:buChar char="•"/>
              <a:defRPr b="0" i="0" sz="1600" u="none" cap="none" strike="noStrike">
                <a:solidFill>
                  <a:schemeClr val="lt1"/>
                </a:solidFill>
                <a:latin typeface="Century Gothic"/>
                <a:ea typeface="Century Gothic"/>
                <a:cs typeface="Century Gothic"/>
                <a:sym typeface="Century Gothic"/>
              </a:defRPr>
            </a:lvl6pPr>
            <a:lvl7pPr indent="-330200" lvl="6" marL="3200400" marR="0" rtl="0" algn="l">
              <a:lnSpc>
                <a:spcPct val="90000"/>
              </a:lnSpc>
              <a:spcBef>
                <a:spcPts val="500"/>
              </a:spcBef>
              <a:spcAft>
                <a:spcPts val="0"/>
              </a:spcAft>
              <a:buClr>
                <a:schemeClr val="lt1"/>
              </a:buClr>
              <a:buSzPts val="1600"/>
              <a:buFont typeface="Arial"/>
              <a:buChar char="•"/>
              <a:defRPr b="0" i="0" sz="1600" u="none" cap="none" strike="noStrike">
                <a:solidFill>
                  <a:schemeClr val="lt1"/>
                </a:solidFill>
                <a:latin typeface="Century Gothic"/>
                <a:ea typeface="Century Gothic"/>
                <a:cs typeface="Century Gothic"/>
                <a:sym typeface="Century Gothic"/>
              </a:defRPr>
            </a:lvl7pPr>
            <a:lvl8pPr indent="-330200" lvl="7" marL="3657600" marR="0" rtl="0" algn="l">
              <a:lnSpc>
                <a:spcPct val="90000"/>
              </a:lnSpc>
              <a:spcBef>
                <a:spcPts val="500"/>
              </a:spcBef>
              <a:spcAft>
                <a:spcPts val="0"/>
              </a:spcAft>
              <a:buClr>
                <a:schemeClr val="lt1"/>
              </a:buClr>
              <a:buSzPts val="1600"/>
              <a:buFont typeface="Arial"/>
              <a:buChar char="•"/>
              <a:defRPr b="0" i="0" sz="1600" u="none" cap="none" strike="noStrike">
                <a:solidFill>
                  <a:schemeClr val="lt1"/>
                </a:solidFill>
                <a:latin typeface="Century Gothic"/>
                <a:ea typeface="Century Gothic"/>
                <a:cs typeface="Century Gothic"/>
                <a:sym typeface="Century Gothic"/>
              </a:defRPr>
            </a:lvl8pPr>
            <a:lvl9pPr indent="-330200" lvl="8" marL="4114800" marR="0" rtl="0" algn="l">
              <a:lnSpc>
                <a:spcPct val="90000"/>
              </a:lnSpc>
              <a:spcBef>
                <a:spcPts val="500"/>
              </a:spcBef>
              <a:spcAft>
                <a:spcPts val="0"/>
              </a:spcAft>
              <a:buClr>
                <a:schemeClr val="lt1"/>
              </a:buClr>
              <a:buSzPts val="1600"/>
              <a:buFont typeface="Arial"/>
              <a:buChar char="•"/>
              <a:defRPr b="0" i="0" sz="1600" u="none" cap="none" strike="noStrike">
                <a:solidFill>
                  <a:schemeClr val="lt1"/>
                </a:solidFill>
                <a:latin typeface="Century Gothic"/>
                <a:ea typeface="Century Gothic"/>
                <a:cs typeface="Century Gothic"/>
                <a:sym typeface="Century Gothic"/>
              </a:defRPr>
            </a:lvl9pPr>
          </a:lstStyle>
          <a:p/>
        </p:txBody>
      </p:sp>
      <p:sp>
        <p:nvSpPr>
          <p:cNvPr id="9" name="Google Shape;9;p16"/>
          <p:cNvSpPr txBox="1"/>
          <p:nvPr>
            <p:ph idx="10" type="dt"/>
          </p:nvPr>
        </p:nvSpPr>
        <p:spPr>
          <a:xfrm>
            <a:off x="8595360" y="6356350"/>
            <a:ext cx="2910840" cy="365125"/>
          </a:xfrm>
          <a:prstGeom prst="rect">
            <a:avLst/>
          </a:prstGeom>
          <a:noFill/>
          <a:ln>
            <a:noFill/>
          </a:ln>
        </p:spPr>
        <p:txBody>
          <a:bodyPr anchorCtr="0" anchor="ctr" bIns="45700" lIns="91425" spcFirstLastPara="1" rIns="91425" wrap="square" tIns="45700">
            <a:noAutofit/>
          </a:bodyPr>
          <a:lstStyle>
            <a:lvl1pPr lvl="0" marR="0" rtl="0" algn="r">
              <a:spcBef>
                <a:spcPts val="0"/>
              </a:spcBef>
              <a:spcAft>
                <a:spcPts val="0"/>
              </a:spcAft>
              <a:buSzPts val="1400"/>
              <a:buNone/>
              <a:defRPr b="0" i="0" sz="1050" u="none" cap="none" strike="noStrike">
                <a:solidFill>
                  <a:schemeClr val="lt1"/>
                </a:solidFill>
                <a:latin typeface="Century Gothic"/>
                <a:ea typeface="Century Gothic"/>
                <a:cs typeface="Century Gothic"/>
                <a:sym typeface="Century Gothic"/>
              </a:defRPr>
            </a:lvl1pPr>
            <a:lvl2pPr lvl="1"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2pPr>
            <a:lvl3pPr lvl="2"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3pPr>
            <a:lvl4pPr lvl="3"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4pPr>
            <a:lvl5pPr lvl="4"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5pPr>
            <a:lvl6pPr lvl="5"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6pPr>
            <a:lvl7pPr lvl="6"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7pPr>
            <a:lvl8pPr lvl="7"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8pPr>
            <a:lvl9pPr lvl="8"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9pPr>
          </a:lstStyle>
          <a:p/>
        </p:txBody>
      </p:sp>
      <p:sp>
        <p:nvSpPr>
          <p:cNvPr id="10" name="Google Shape;10;p16"/>
          <p:cNvSpPr txBox="1"/>
          <p:nvPr>
            <p:ph idx="11" type="ftr"/>
          </p:nvPr>
        </p:nvSpPr>
        <p:spPr>
          <a:xfrm>
            <a:off x="685800" y="6355845"/>
            <a:ext cx="77724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050" u="none" cap="none" strike="noStrike">
                <a:solidFill>
                  <a:schemeClr val="lt1"/>
                </a:solidFill>
                <a:latin typeface="Century Gothic"/>
                <a:ea typeface="Century Gothic"/>
                <a:cs typeface="Century Gothic"/>
                <a:sym typeface="Century Gothic"/>
              </a:defRPr>
            </a:lvl1pPr>
            <a:lvl2pPr lvl="1"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2pPr>
            <a:lvl3pPr lvl="2"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3pPr>
            <a:lvl4pPr lvl="3"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4pPr>
            <a:lvl5pPr lvl="4"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5pPr>
            <a:lvl6pPr lvl="5"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6pPr>
            <a:lvl7pPr lvl="6"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7pPr>
            <a:lvl8pPr lvl="7"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8pPr>
            <a:lvl9pPr lvl="8"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9pPr>
          </a:lstStyle>
          <a:p/>
        </p:txBody>
      </p:sp>
      <p:sp>
        <p:nvSpPr>
          <p:cNvPr id="11" name="Google Shape;11;p16"/>
          <p:cNvSpPr txBox="1"/>
          <p:nvPr>
            <p:ph idx="12" type="sldNum"/>
          </p:nvPr>
        </p:nvSpPr>
        <p:spPr>
          <a:xfrm>
            <a:off x="8763000" y="38100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050" u="none" cap="none" strike="noStrike">
                <a:solidFill>
                  <a:schemeClr val="lt1"/>
                </a:solidFill>
                <a:latin typeface="Century Gothic"/>
                <a:ea typeface="Century Gothic"/>
                <a:cs typeface="Century Gothic"/>
                <a:sym typeface="Century Gothic"/>
              </a:defRPr>
            </a:lvl1pPr>
            <a:lvl2pPr indent="0" lvl="1" marL="0" marR="0" rtl="0" algn="r">
              <a:spcBef>
                <a:spcPts val="0"/>
              </a:spcBef>
              <a:buNone/>
              <a:defRPr b="0" i="0" sz="1050" u="none" cap="none" strike="noStrike">
                <a:solidFill>
                  <a:schemeClr val="lt1"/>
                </a:solidFill>
                <a:latin typeface="Century Gothic"/>
                <a:ea typeface="Century Gothic"/>
                <a:cs typeface="Century Gothic"/>
                <a:sym typeface="Century Gothic"/>
              </a:defRPr>
            </a:lvl2pPr>
            <a:lvl3pPr indent="0" lvl="2" marL="0" marR="0" rtl="0" algn="r">
              <a:spcBef>
                <a:spcPts val="0"/>
              </a:spcBef>
              <a:buNone/>
              <a:defRPr b="0" i="0" sz="1050" u="none" cap="none" strike="noStrike">
                <a:solidFill>
                  <a:schemeClr val="lt1"/>
                </a:solidFill>
                <a:latin typeface="Century Gothic"/>
                <a:ea typeface="Century Gothic"/>
                <a:cs typeface="Century Gothic"/>
                <a:sym typeface="Century Gothic"/>
              </a:defRPr>
            </a:lvl3pPr>
            <a:lvl4pPr indent="0" lvl="3" marL="0" marR="0" rtl="0" algn="r">
              <a:spcBef>
                <a:spcPts val="0"/>
              </a:spcBef>
              <a:buNone/>
              <a:defRPr b="0" i="0" sz="1050" u="none" cap="none" strike="noStrike">
                <a:solidFill>
                  <a:schemeClr val="lt1"/>
                </a:solidFill>
                <a:latin typeface="Century Gothic"/>
                <a:ea typeface="Century Gothic"/>
                <a:cs typeface="Century Gothic"/>
                <a:sym typeface="Century Gothic"/>
              </a:defRPr>
            </a:lvl4pPr>
            <a:lvl5pPr indent="0" lvl="4" marL="0" marR="0" rtl="0" algn="r">
              <a:spcBef>
                <a:spcPts val="0"/>
              </a:spcBef>
              <a:buNone/>
              <a:defRPr b="0" i="0" sz="1050" u="none" cap="none" strike="noStrike">
                <a:solidFill>
                  <a:schemeClr val="lt1"/>
                </a:solidFill>
                <a:latin typeface="Century Gothic"/>
                <a:ea typeface="Century Gothic"/>
                <a:cs typeface="Century Gothic"/>
                <a:sym typeface="Century Gothic"/>
              </a:defRPr>
            </a:lvl5pPr>
            <a:lvl6pPr indent="0" lvl="5" marL="0" marR="0" rtl="0" algn="r">
              <a:spcBef>
                <a:spcPts val="0"/>
              </a:spcBef>
              <a:buNone/>
              <a:defRPr b="0" i="0" sz="1050" u="none" cap="none" strike="noStrike">
                <a:solidFill>
                  <a:schemeClr val="lt1"/>
                </a:solidFill>
                <a:latin typeface="Century Gothic"/>
                <a:ea typeface="Century Gothic"/>
                <a:cs typeface="Century Gothic"/>
                <a:sym typeface="Century Gothic"/>
              </a:defRPr>
            </a:lvl6pPr>
            <a:lvl7pPr indent="0" lvl="6" marL="0" marR="0" rtl="0" algn="r">
              <a:spcBef>
                <a:spcPts val="0"/>
              </a:spcBef>
              <a:buNone/>
              <a:defRPr b="0" i="0" sz="1050" u="none" cap="none" strike="noStrike">
                <a:solidFill>
                  <a:schemeClr val="lt1"/>
                </a:solidFill>
                <a:latin typeface="Century Gothic"/>
                <a:ea typeface="Century Gothic"/>
                <a:cs typeface="Century Gothic"/>
                <a:sym typeface="Century Gothic"/>
              </a:defRPr>
            </a:lvl7pPr>
            <a:lvl8pPr indent="0" lvl="7" marL="0" marR="0" rtl="0" algn="r">
              <a:spcBef>
                <a:spcPts val="0"/>
              </a:spcBef>
              <a:buNone/>
              <a:defRPr b="0" i="0" sz="1050" u="none" cap="none" strike="noStrike">
                <a:solidFill>
                  <a:schemeClr val="lt1"/>
                </a:solidFill>
                <a:latin typeface="Century Gothic"/>
                <a:ea typeface="Century Gothic"/>
                <a:cs typeface="Century Gothic"/>
                <a:sym typeface="Century Gothic"/>
              </a:defRPr>
            </a:lvl8pPr>
            <a:lvl9pPr indent="0" lvl="8" marL="0" marR="0" rtl="0" algn="r">
              <a:spcBef>
                <a:spcPts val="0"/>
              </a:spcBef>
              <a:buNone/>
              <a:defRPr b="0" i="0" sz="1050" u="none" cap="none" strike="noStrike">
                <a:solidFill>
                  <a:schemeClr val="lt1"/>
                </a:solidFill>
                <a:latin typeface="Century Gothic"/>
                <a:ea typeface="Century Gothic"/>
                <a:cs typeface="Century Gothic"/>
                <a:sym typeface="Century Gothic"/>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 Id="rId4" Type="http://schemas.openxmlformats.org/officeDocument/2006/relationships/image" Target="../media/image15.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3.png"/><Relationship Id="rId4" Type="http://schemas.openxmlformats.org/officeDocument/2006/relationships/image" Target="../media/image1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9.jpg"/><Relationship Id="rId4" Type="http://schemas.openxmlformats.org/officeDocument/2006/relationships/image" Target="../media/image22.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7.png"/><Relationship Id="rId4" Type="http://schemas.openxmlformats.org/officeDocument/2006/relationships/image" Target="../media/image14.png"/><Relationship Id="rId5" Type="http://schemas.openxmlformats.org/officeDocument/2006/relationships/image" Target="../media/image16.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2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11.png"/><Relationship Id="rId4" Type="http://schemas.openxmlformats.org/officeDocument/2006/relationships/image" Target="../media/image19.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8.png"/><Relationship Id="rId4" Type="http://schemas.openxmlformats.org/officeDocument/2006/relationships/image" Target="../media/image18.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24.png"/><Relationship Id="rId4" Type="http://schemas.openxmlformats.org/officeDocument/2006/relationships/image" Target="../media/image12.png"/><Relationship Id="rId5" Type="http://schemas.openxmlformats.org/officeDocument/2006/relationships/image" Target="../media/image23.png"/><Relationship Id="rId6" Type="http://schemas.openxmlformats.org/officeDocument/2006/relationships/image" Target="../media/image25.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20.png"/><Relationship Id="rId4" Type="http://schemas.openxmlformats.org/officeDocument/2006/relationships/image" Target="../media/image17.png"/><Relationship Id="rId5" Type="http://schemas.openxmlformats.org/officeDocument/2006/relationships/image" Target="../media/image10.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p1"/>
          <p:cNvSpPr txBox="1"/>
          <p:nvPr>
            <p:ph idx="1" type="subTitle"/>
          </p:nvPr>
        </p:nvSpPr>
        <p:spPr>
          <a:xfrm>
            <a:off x="1371600" y="3632201"/>
            <a:ext cx="9448800" cy="685800"/>
          </a:xfrm>
          <a:prstGeom prst="rect">
            <a:avLst/>
          </a:prstGeom>
          <a:noFill/>
          <a:ln>
            <a:noFill/>
          </a:ln>
        </p:spPr>
        <p:txBody>
          <a:bodyPr anchorCtr="0" anchor="t" bIns="45700" lIns="91425" spcFirstLastPara="1" rIns="91425" wrap="square" tIns="45700">
            <a:normAutofit/>
          </a:bodyPr>
          <a:lstStyle/>
          <a:p>
            <a:pPr indent="0" lvl="0" marL="0" rtl="0" algn="ctr">
              <a:lnSpc>
                <a:spcPct val="90000"/>
              </a:lnSpc>
              <a:spcBef>
                <a:spcPts val="0"/>
              </a:spcBef>
              <a:spcAft>
                <a:spcPts val="0"/>
              </a:spcAft>
              <a:buClr>
                <a:schemeClr val="lt1"/>
              </a:buClr>
              <a:buSzPts val="2000"/>
              <a:buNone/>
            </a:pPr>
            <a:r>
              <a:rPr b="0" i="0" lang="en-US">
                <a:latin typeface="Lato"/>
                <a:ea typeface="Lato"/>
                <a:cs typeface="Lato"/>
                <a:sym typeface="Lato"/>
              </a:rPr>
              <a:t>The Institute of Wizards</a:t>
            </a:r>
            <a:endParaRPr/>
          </a:p>
        </p:txBody>
      </p:sp>
      <p:pic>
        <p:nvPicPr>
          <p:cNvPr descr="A cartoon of a person and a cat&#10;&#10;AI-generated content may be incorrect." id="145" name="Google Shape;145;p1"/>
          <p:cNvPicPr preferRelativeResize="0"/>
          <p:nvPr/>
        </p:nvPicPr>
        <p:blipFill rotWithShape="1">
          <a:blip r:embed="rId3">
            <a:alphaModFix/>
          </a:blip>
          <a:srcRect b="0" l="0" r="0" t="0"/>
          <a:stretch/>
        </p:blipFill>
        <p:spPr>
          <a:xfrm>
            <a:off x="7881472" y="1371778"/>
            <a:ext cx="1952625" cy="1952625"/>
          </a:xfrm>
          <a:prstGeom prst="rect">
            <a:avLst/>
          </a:prstGeom>
          <a:noFill/>
          <a:ln>
            <a:noFill/>
          </a:ln>
        </p:spPr>
      </p:pic>
      <p:pic>
        <p:nvPicPr>
          <p:cNvPr id="146" name="Google Shape;146;p1"/>
          <p:cNvPicPr preferRelativeResize="0"/>
          <p:nvPr/>
        </p:nvPicPr>
        <p:blipFill>
          <a:blip r:embed="rId4">
            <a:alphaModFix/>
          </a:blip>
          <a:stretch>
            <a:fillRect/>
          </a:stretch>
        </p:blipFill>
        <p:spPr>
          <a:xfrm>
            <a:off x="1687825" y="1592724"/>
            <a:ext cx="4683248" cy="151072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sp>
        <p:nvSpPr>
          <p:cNvPr id="151" name="Google Shape;151;p2"/>
          <p:cNvSpPr txBox="1"/>
          <p:nvPr>
            <p:ph type="ctrTitle"/>
          </p:nvPr>
        </p:nvSpPr>
        <p:spPr>
          <a:xfrm>
            <a:off x="1524000" y="0"/>
            <a:ext cx="9144000" cy="1016145"/>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lt1"/>
              </a:buClr>
              <a:buSzPts val="6000"/>
              <a:buFont typeface="Century Gothic"/>
              <a:buNone/>
            </a:pPr>
            <a:r>
              <a:rPr lang="en-US"/>
              <a:t>INTRODUCTION</a:t>
            </a:r>
            <a:endParaRPr/>
          </a:p>
        </p:txBody>
      </p:sp>
      <p:sp>
        <p:nvSpPr>
          <p:cNvPr id="152" name="Google Shape;152;p2"/>
          <p:cNvSpPr txBox="1"/>
          <p:nvPr/>
        </p:nvSpPr>
        <p:spPr>
          <a:xfrm>
            <a:off x="190005" y="1016145"/>
            <a:ext cx="11827800" cy="56337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800" u="none" cap="none" strike="noStrike">
                <a:solidFill>
                  <a:schemeClr val="lt1"/>
                </a:solidFill>
                <a:latin typeface="Century Gothic"/>
                <a:ea typeface="Century Gothic"/>
                <a:cs typeface="Century Gothic"/>
                <a:sym typeface="Century Gothic"/>
              </a:rPr>
              <a:t>Petfolio is a social media platform where users can post photos of their pets, write captions and interact with other users posts through comments. </a:t>
            </a:r>
            <a:endParaRPr/>
          </a:p>
          <a:p>
            <a:pPr indent="0" lvl="0" marL="0" marR="0" rtl="0" algn="l">
              <a:spcBef>
                <a:spcPts val="0"/>
              </a:spcBef>
              <a:spcAft>
                <a:spcPts val="0"/>
              </a:spcAft>
              <a:buNone/>
            </a:pPr>
            <a:r>
              <a:t/>
            </a:r>
            <a:endParaRPr sz="1800">
              <a:solidFill>
                <a:schemeClr val="lt1"/>
              </a:solidFill>
              <a:latin typeface="Century Gothic"/>
              <a:ea typeface="Century Gothic"/>
              <a:cs typeface="Century Gothic"/>
              <a:sym typeface="Century Gothic"/>
            </a:endParaRPr>
          </a:p>
          <a:p>
            <a:pPr indent="0" lvl="0" marL="0" marR="0" rtl="0" algn="l">
              <a:spcBef>
                <a:spcPts val="0"/>
              </a:spcBef>
              <a:spcAft>
                <a:spcPts val="0"/>
              </a:spcAft>
              <a:buNone/>
            </a:pPr>
            <a:r>
              <a:rPr lang="en-US" sz="1800">
                <a:solidFill>
                  <a:schemeClr val="lt1"/>
                </a:solidFill>
                <a:latin typeface="Century Gothic"/>
                <a:ea typeface="Century Gothic"/>
                <a:cs typeface="Century Gothic"/>
                <a:sym typeface="Century Gothic"/>
              </a:rPr>
              <a:t>User Story: </a:t>
            </a:r>
            <a:r>
              <a:rPr b="0" lang="en-US" sz="1800" u="none" strike="noStrike">
                <a:solidFill>
                  <a:schemeClr val="lt1"/>
                </a:solidFill>
                <a:latin typeface="Century Gothic"/>
                <a:ea typeface="Century Gothic"/>
                <a:cs typeface="Century Gothic"/>
                <a:sym typeface="Century Gothic"/>
              </a:rPr>
              <a:t>As a user, I want to share images and descriptions of my pets, so that my friends can view and comment on my posts.</a:t>
            </a:r>
            <a:endParaRPr sz="1800">
              <a:solidFill>
                <a:schemeClr val="lt1"/>
              </a:solidFill>
              <a:latin typeface="Century Gothic"/>
              <a:ea typeface="Century Gothic"/>
              <a:cs typeface="Century Gothic"/>
              <a:sym typeface="Century Gothic"/>
            </a:endParaRPr>
          </a:p>
          <a:p>
            <a:pPr indent="0" lvl="0" marL="0" marR="0" rtl="0" algn="ctr">
              <a:spcBef>
                <a:spcPts val="0"/>
              </a:spcBef>
              <a:spcAft>
                <a:spcPts val="0"/>
              </a:spcAft>
              <a:buNone/>
            </a:pPr>
            <a:r>
              <a:t/>
            </a:r>
            <a:endParaRPr sz="1800">
              <a:solidFill>
                <a:schemeClr val="lt1"/>
              </a:solidFill>
              <a:latin typeface="Century Gothic"/>
              <a:ea typeface="Century Gothic"/>
              <a:cs typeface="Century Gothic"/>
              <a:sym typeface="Century Gothic"/>
            </a:endParaRPr>
          </a:p>
          <a:p>
            <a:pPr indent="0" lvl="0" marL="0" marR="0" rtl="0" algn="l">
              <a:spcBef>
                <a:spcPts val="0"/>
              </a:spcBef>
              <a:spcAft>
                <a:spcPts val="0"/>
              </a:spcAft>
              <a:buNone/>
            </a:pPr>
            <a:r>
              <a:rPr lang="en-US" sz="1800">
                <a:solidFill>
                  <a:schemeClr val="lt1"/>
                </a:solidFill>
                <a:latin typeface="Century Gothic"/>
                <a:ea typeface="Century Gothic"/>
                <a:cs typeface="Century Gothic"/>
                <a:sym typeface="Century Gothic"/>
              </a:rPr>
              <a:t>Team Roles:</a:t>
            </a:r>
            <a:endParaRPr/>
          </a:p>
          <a:p>
            <a:pPr indent="-285750" lvl="0" marL="285750" marR="0" rtl="0" algn="l">
              <a:spcBef>
                <a:spcPts val="0"/>
              </a:spcBef>
              <a:spcAft>
                <a:spcPts val="0"/>
              </a:spcAft>
              <a:buClr>
                <a:schemeClr val="lt1"/>
              </a:buClr>
              <a:buSzPts val="1800"/>
              <a:buFont typeface="Arial"/>
              <a:buChar char="•"/>
            </a:pPr>
            <a:r>
              <a:rPr b="1" lang="en-US" sz="1800">
                <a:solidFill>
                  <a:schemeClr val="lt1"/>
                </a:solidFill>
                <a:latin typeface="Century Gothic"/>
                <a:ea typeface="Century Gothic"/>
                <a:cs typeface="Century Gothic"/>
                <a:sym typeface="Century Gothic"/>
              </a:rPr>
              <a:t>Fraser Elliott: </a:t>
            </a:r>
            <a:r>
              <a:rPr lang="en-US" sz="1800">
                <a:solidFill>
                  <a:schemeClr val="lt1"/>
                </a:solidFill>
                <a:latin typeface="Century Gothic"/>
                <a:ea typeface="Century Gothic"/>
                <a:cs typeface="Century Gothic"/>
                <a:sym typeface="Century Gothic"/>
              </a:rPr>
              <a:t>Team Leader</a:t>
            </a:r>
            <a:endParaRPr/>
          </a:p>
          <a:p>
            <a:pPr indent="-285750" lvl="0" marL="285750" marR="0" rtl="0" algn="l">
              <a:spcBef>
                <a:spcPts val="0"/>
              </a:spcBef>
              <a:spcAft>
                <a:spcPts val="0"/>
              </a:spcAft>
              <a:buClr>
                <a:schemeClr val="lt1"/>
              </a:buClr>
              <a:buSzPts val="1800"/>
              <a:buFont typeface="Arial"/>
              <a:buChar char="•"/>
            </a:pPr>
            <a:r>
              <a:rPr b="1" lang="en-US" sz="1800">
                <a:solidFill>
                  <a:schemeClr val="lt1"/>
                </a:solidFill>
                <a:latin typeface="Century Gothic"/>
                <a:ea typeface="Century Gothic"/>
                <a:cs typeface="Century Gothic"/>
                <a:sym typeface="Century Gothic"/>
              </a:rPr>
              <a:t>Dylan Rhodes</a:t>
            </a:r>
            <a:r>
              <a:rPr lang="en-US" sz="1800">
                <a:solidFill>
                  <a:schemeClr val="lt1"/>
                </a:solidFill>
                <a:latin typeface="Century Gothic"/>
                <a:ea typeface="Century Gothic"/>
                <a:cs typeface="Century Gothic"/>
                <a:sym typeface="Century Gothic"/>
              </a:rPr>
              <a:t>: Backend Developer</a:t>
            </a:r>
            <a:endParaRPr/>
          </a:p>
          <a:p>
            <a:pPr indent="-285750" lvl="0" marL="285750" marR="0" rtl="0" algn="l">
              <a:spcBef>
                <a:spcPts val="0"/>
              </a:spcBef>
              <a:spcAft>
                <a:spcPts val="0"/>
              </a:spcAft>
              <a:buClr>
                <a:schemeClr val="lt1"/>
              </a:buClr>
              <a:buSzPts val="1800"/>
              <a:buFont typeface="Arial"/>
              <a:buChar char="•"/>
            </a:pPr>
            <a:r>
              <a:rPr b="1" lang="en-US" sz="1800">
                <a:solidFill>
                  <a:schemeClr val="lt1"/>
                </a:solidFill>
                <a:latin typeface="Century Gothic"/>
                <a:ea typeface="Century Gothic"/>
                <a:cs typeface="Century Gothic"/>
                <a:sym typeface="Century Gothic"/>
              </a:rPr>
              <a:t>Beatrice Emakpose</a:t>
            </a:r>
            <a:r>
              <a:rPr lang="en-US" sz="1800">
                <a:solidFill>
                  <a:schemeClr val="lt1"/>
                </a:solidFill>
                <a:latin typeface="Century Gothic"/>
                <a:ea typeface="Century Gothic"/>
                <a:cs typeface="Century Gothic"/>
                <a:sym typeface="Century Gothic"/>
              </a:rPr>
              <a:t>: Frontend Developer </a:t>
            </a:r>
            <a:endParaRPr/>
          </a:p>
          <a:p>
            <a:pPr indent="-285750" lvl="0" marL="285750" marR="0" rtl="0" algn="l">
              <a:spcBef>
                <a:spcPts val="0"/>
              </a:spcBef>
              <a:spcAft>
                <a:spcPts val="0"/>
              </a:spcAft>
              <a:buClr>
                <a:schemeClr val="lt1"/>
              </a:buClr>
              <a:buSzPts val="1800"/>
              <a:buFont typeface="Arial"/>
              <a:buChar char="•"/>
            </a:pPr>
            <a:r>
              <a:rPr b="1" lang="en-US" sz="1800">
                <a:solidFill>
                  <a:schemeClr val="lt1"/>
                </a:solidFill>
                <a:latin typeface="Century Gothic"/>
                <a:ea typeface="Century Gothic"/>
                <a:cs typeface="Century Gothic"/>
                <a:sym typeface="Century Gothic"/>
              </a:rPr>
              <a:t>Charles Richer</a:t>
            </a:r>
            <a:r>
              <a:rPr lang="en-US" sz="1800">
                <a:solidFill>
                  <a:schemeClr val="lt1"/>
                </a:solidFill>
                <a:latin typeface="Century Gothic"/>
                <a:ea typeface="Century Gothic"/>
                <a:cs typeface="Century Gothic"/>
                <a:sym typeface="Century Gothic"/>
              </a:rPr>
              <a:t>: Frontend Developer</a:t>
            </a:r>
            <a:endParaRPr sz="1800">
              <a:solidFill>
                <a:schemeClr val="lt1"/>
              </a:solidFill>
              <a:latin typeface="Century Gothic"/>
              <a:ea typeface="Century Gothic"/>
              <a:cs typeface="Century Gothic"/>
              <a:sym typeface="Century Gothic"/>
            </a:endParaRPr>
          </a:p>
          <a:p>
            <a:pPr indent="-285750" lvl="0" marL="285750" marR="0" rtl="0" algn="l">
              <a:spcBef>
                <a:spcPts val="0"/>
              </a:spcBef>
              <a:spcAft>
                <a:spcPts val="0"/>
              </a:spcAft>
              <a:buClr>
                <a:schemeClr val="lt1"/>
              </a:buClr>
              <a:buSzPts val="1800"/>
              <a:buFont typeface="Century Gothic"/>
              <a:buChar char="•"/>
            </a:pPr>
            <a:r>
              <a:rPr b="1" lang="en-US" sz="1800">
                <a:solidFill>
                  <a:schemeClr val="lt1"/>
                </a:solidFill>
                <a:latin typeface="Century Gothic"/>
                <a:ea typeface="Century Gothic"/>
                <a:cs typeface="Century Gothic"/>
                <a:sym typeface="Century Gothic"/>
              </a:rPr>
              <a:t>Sherene Edwards: </a:t>
            </a:r>
            <a:r>
              <a:rPr lang="en-US" sz="1800">
                <a:solidFill>
                  <a:schemeClr val="lt1"/>
                </a:solidFill>
                <a:latin typeface="Century Gothic"/>
                <a:ea typeface="Century Gothic"/>
                <a:cs typeface="Century Gothic"/>
                <a:sym typeface="Century Gothic"/>
              </a:rPr>
              <a:t>Assistance with data</a:t>
            </a:r>
            <a:endParaRPr sz="1800">
              <a:solidFill>
                <a:schemeClr val="lt1"/>
              </a:solidFill>
              <a:latin typeface="Century Gothic"/>
              <a:ea typeface="Century Gothic"/>
              <a:cs typeface="Century Gothic"/>
              <a:sym typeface="Century Gothic"/>
            </a:endParaRPr>
          </a:p>
          <a:p>
            <a:pPr indent="-171450" lvl="0" marL="285750" marR="0" rtl="0" algn="l">
              <a:spcBef>
                <a:spcPts val="0"/>
              </a:spcBef>
              <a:spcAft>
                <a:spcPts val="0"/>
              </a:spcAft>
              <a:buClr>
                <a:schemeClr val="lt1"/>
              </a:buClr>
              <a:buSzPts val="1800"/>
              <a:buFont typeface="Century Gothic"/>
              <a:buNone/>
            </a:pPr>
            <a:r>
              <a:t/>
            </a:r>
            <a:endParaRPr sz="1800">
              <a:solidFill>
                <a:schemeClr val="lt1"/>
              </a:solidFill>
              <a:latin typeface="Century Gothic"/>
              <a:ea typeface="Century Gothic"/>
              <a:cs typeface="Century Gothic"/>
              <a:sym typeface="Century Gothic"/>
            </a:endParaRPr>
          </a:p>
          <a:p>
            <a:pPr indent="0" lvl="0" marL="0" marR="0" rtl="0" algn="l">
              <a:spcBef>
                <a:spcPts val="0"/>
              </a:spcBef>
              <a:spcAft>
                <a:spcPts val="0"/>
              </a:spcAft>
              <a:buNone/>
            </a:pPr>
            <a:r>
              <a:rPr lang="en-US" sz="1800">
                <a:solidFill>
                  <a:schemeClr val="lt1"/>
                </a:solidFill>
                <a:latin typeface="Century Gothic"/>
                <a:ea typeface="Century Gothic"/>
                <a:cs typeface="Century Gothic"/>
                <a:sym typeface="Century Gothic"/>
              </a:rPr>
              <a:t>Technologies Used:</a:t>
            </a:r>
            <a:endParaRPr/>
          </a:p>
          <a:p>
            <a:pPr indent="-285750" lvl="0" marL="285750" marR="0" rtl="0" algn="l">
              <a:spcBef>
                <a:spcPts val="0"/>
              </a:spcBef>
              <a:spcAft>
                <a:spcPts val="0"/>
              </a:spcAft>
              <a:buClr>
                <a:schemeClr val="lt1"/>
              </a:buClr>
              <a:buSzPts val="1800"/>
              <a:buFont typeface="Arial"/>
              <a:buChar char="•"/>
            </a:pPr>
            <a:r>
              <a:rPr b="1" lang="en-US" sz="1800">
                <a:solidFill>
                  <a:schemeClr val="lt1"/>
                </a:solidFill>
                <a:latin typeface="Century Gothic"/>
                <a:ea typeface="Century Gothic"/>
                <a:cs typeface="Century Gothic"/>
                <a:sym typeface="Century Gothic"/>
              </a:rPr>
              <a:t>Frontend:</a:t>
            </a:r>
            <a:r>
              <a:rPr lang="en-US" sz="1800">
                <a:solidFill>
                  <a:schemeClr val="lt1"/>
                </a:solidFill>
                <a:latin typeface="Century Gothic"/>
                <a:ea typeface="Century Gothic"/>
                <a:cs typeface="Century Gothic"/>
                <a:sym typeface="Century Gothic"/>
              </a:rPr>
              <a:t> HTML, CSS, JavaScript, React</a:t>
            </a:r>
            <a:endParaRPr/>
          </a:p>
          <a:p>
            <a:pPr indent="-285750" lvl="0" marL="285750" marR="0" rtl="0" algn="l">
              <a:spcBef>
                <a:spcPts val="0"/>
              </a:spcBef>
              <a:spcAft>
                <a:spcPts val="0"/>
              </a:spcAft>
              <a:buClr>
                <a:schemeClr val="lt1"/>
              </a:buClr>
              <a:buSzPts val="1800"/>
              <a:buFont typeface="Arial"/>
              <a:buChar char="•"/>
            </a:pPr>
            <a:r>
              <a:rPr b="1" lang="en-US" sz="1800">
                <a:solidFill>
                  <a:schemeClr val="lt1"/>
                </a:solidFill>
                <a:latin typeface="Century Gothic"/>
                <a:ea typeface="Century Gothic"/>
                <a:cs typeface="Century Gothic"/>
                <a:sym typeface="Century Gothic"/>
              </a:rPr>
              <a:t>Backend:</a:t>
            </a:r>
            <a:r>
              <a:rPr lang="en-US" sz="1800">
                <a:solidFill>
                  <a:schemeClr val="lt1"/>
                </a:solidFill>
                <a:latin typeface="Century Gothic"/>
                <a:ea typeface="Century Gothic"/>
                <a:cs typeface="Century Gothic"/>
                <a:sym typeface="Century Gothic"/>
              </a:rPr>
              <a:t> Node.js, Express.js</a:t>
            </a:r>
            <a:endParaRPr/>
          </a:p>
          <a:p>
            <a:pPr indent="-285750" lvl="0" marL="285750" marR="0" rtl="0" algn="l">
              <a:spcBef>
                <a:spcPts val="0"/>
              </a:spcBef>
              <a:spcAft>
                <a:spcPts val="0"/>
              </a:spcAft>
              <a:buClr>
                <a:schemeClr val="lt1"/>
              </a:buClr>
              <a:buSzPts val="1800"/>
              <a:buFont typeface="Arial"/>
              <a:buChar char="•"/>
            </a:pPr>
            <a:r>
              <a:rPr b="1" lang="en-US" sz="1800">
                <a:solidFill>
                  <a:schemeClr val="lt1"/>
                </a:solidFill>
                <a:latin typeface="Century Gothic"/>
                <a:ea typeface="Century Gothic"/>
                <a:cs typeface="Century Gothic"/>
                <a:sym typeface="Century Gothic"/>
              </a:rPr>
              <a:t>Database:</a:t>
            </a:r>
            <a:r>
              <a:rPr lang="en-US" sz="1800">
                <a:solidFill>
                  <a:schemeClr val="lt1"/>
                </a:solidFill>
                <a:latin typeface="Century Gothic"/>
                <a:ea typeface="Century Gothic"/>
                <a:cs typeface="Century Gothic"/>
                <a:sym typeface="Century Gothic"/>
              </a:rPr>
              <a:t> MySQL, Sequelize ORM</a:t>
            </a:r>
            <a:endParaRPr/>
          </a:p>
          <a:p>
            <a:pPr indent="-285750" lvl="0" marL="285750" marR="0" rtl="0" algn="l">
              <a:spcBef>
                <a:spcPts val="0"/>
              </a:spcBef>
              <a:spcAft>
                <a:spcPts val="0"/>
              </a:spcAft>
              <a:buClr>
                <a:schemeClr val="lt1"/>
              </a:buClr>
              <a:buSzPts val="1800"/>
              <a:buFont typeface="Arial"/>
              <a:buChar char="•"/>
            </a:pPr>
            <a:r>
              <a:rPr b="1" lang="en-US" sz="1800">
                <a:solidFill>
                  <a:schemeClr val="lt1"/>
                </a:solidFill>
                <a:latin typeface="Century Gothic"/>
                <a:ea typeface="Century Gothic"/>
                <a:cs typeface="Century Gothic"/>
                <a:sym typeface="Century Gothic"/>
              </a:rPr>
              <a:t>Image Hosting</a:t>
            </a:r>
            <a:r>
              <a:rPr lang="en-US" sz="1800">
                <a:solidFill>
                  <a:schemeClr val="lt1"/>
                </a:solidFill>
                <a:latin typeface="Century Gothic"/>
                <a:ea typeface="Century Gothic"/>
                <a:cs typeface="Century Gothic"/>
                <a:sym typeface="Century Gothic"/>
              </a:rPr>
              <a:t>: Multer &amp; Cloudinary </a:t>
            </a:r>
            <a:endParaRPr/>
          </a:p>
          <a:p>
            <a:pPr indent="-285750" lvl="0" marL="285750" marR="0" rtl="0" algn="l">
              <a:spcBef>
                <a:spcPts val="0"/>
              </a:spcBef>
              <a:spcAft>
                <a:spcPts val="0"/>
              </a:spcAft>
              <a:buClr>
                <a:schemeClr val="lt1"/>
              </a:buClr>
              <a:buSzPts val="1800"/>
              <a:buFont typeface="Arial"/>
              <a:buChar char="•"/>
            </a:pPr>
            <a:r>
              <a:rPr b="1" lang="en-US" sz="1800">
                <a:solidFill>
                  <a:schemeClr val="lt1"/>
                </a:solidFill>
                <a:latin typeface="Century Gothic"/>
                <a:ea typeface="Century Gothic"/>
                <a:cs typeface="Century Gothic"/>
                <a:sym typeface="Century Gothic"/>
              </a:rPr>
              <a:t>Tools &amp; Environment:</a:t>
            </a:r>
            <a:r>
              <a:rPr lang="en-US" sz="1800">
                <a:solidFill>
                  <a:schemeClr val="lt1"/>
                </a:solidFill>
                <a:latin typeface="Century Gothic"/>
                <a:ea typeface="Century Gothic"/>
                <a:cs typeface="Century Gothic"/>
                <a:sym typeface="Century Gothic"/>
              </a:rPr>
              <a:t> GitHub, Postman, npm</a:t>
            </a:r>
            <a:endParaRPr sz="1800">
              <a:solidFill>
                <a:schemeClr val="lt1"/>
              </a:solidFill>
              <a:latin typeface="Century Gothic"/>
              <a:ea typeface="Century Gothic"/>
              <a:cs typeface="Century Gothic"/>
              <a:sym typeface="Century Gothic"/>
            </a:endParaRPr>
          </a:p>
          <a:p>
            <a:pPr indent="-171450" lvl="0" marL="285750" marR="0" rtl="0" algn="l">
              <a:spcBef>
                <a:spcPts val="0"/>
              </a:spcBef>
              <a:spcAft>
                <a:spcPts val="0"/>
              </a:spcAft>
              <a:buClr>
                <a:schemeClr val="lt1"/>
              </a:buClr>
              <a:buSzPts val="1800"/>
              <a:buFont typeface="Century Gothic"/>
              <a:buNone/>
            </a:pPr>
            <a:r>
              <a:t/>
            </a:r>
            <a:endParaRPr sz="1800">
              <a:solidFill>
                <a:schemeClr val="lt1"/>
              </a:solidFill>
              <a:latin typeface="Century Gothic"/>
              <a:ea typeface="Century Gothic"/>
              <a:cs typeface="Century Gothic"/>
              <a:sym typeface="Century Gothic"/>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 name="Shape 156"/>
        <p:cNvGrpSpPr/>
        <p:nvPr/>
      </p:nvGrpSpPr>
      <p:grpSpPr>
        <a:xfrm>
          <a:off x="0" y="0"/>
          <a:ext cx="0" cy="0"/>
          <a:chOff x="0" y="0"/>
          <a:chExt cx="0" cy="0"/>
        </a:xfrm>
      </p:grpSpPr>
      <p:sp>
        <p:nvSpPr>
          <p:cNvPr id="157" name="Google Shape;157;p3"/>
          <p:cNvSpPr txBox="1"/>
          <p:nvPr>
            <p:ph type="ctrTitle"/>
          </p:nvPr>
        </p:nvSpPr>
        <p:spPr>
          <a:xfrm>
            <a:off x="1524000" y="0"/>
            <a:ext cx="9144000" cy="1016145"/>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lt1"/>
              </a:buClr>
              <a:buSzPts val="6000"/>
              <a:buFont typeface="Century Gothic"/>
              <a:buNone/>
            </a:pPr>
            <a:r>
              <a:rPr lang="en-US"/>
              <a:t>DEVELOPMENT PROCESS</a:t>
            </a:r>
            <a:endParaRPr/>
          </a:p>
        </p:txBody>
      </p:sp>
      <p:sp>
        <p:nvSpPr>
          <p:cNvPr id="158" name="Google Shape;158;p3"/>
          <p:cNvSpPr txBox="1"/>
          <p:nvPr/>
        </p:nvSpPr>
        <p:spPr>
          <a:xfrm>
            <a:off x="190005" y="1016145"/>
            <a:ext cx="11827824" cy="120032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lt1"/>
                </a:solidFill>
                <a:latin typeface="Century Gothic"/>
                <a:ea typeface="Century Gothic"/>
                <a:cs typeface="Century Gothic"/>
                <a:sym typeface="Century Gothic"/>
              </a:rPr>
              <a:t>We started with a full stack template Fraser made that includes a mock server and mock data generation with Python, README generation with notes on mock server endpoints, and scripts to run vite with an API URL set to either target the mock server or the real backend. We made a concept image for how the website may look.</a:t>
            </a:r>
            <a:endParaRPr/>
          </a:p>
        </p:txBody>
      </p:sp>
      <p:pic>
        <p:nvPicPr>
          <p:cNvPr descr="A screenshot of a computer&#10;&#10;AI-generated content may be incorrect." id="159" name="Google Shape;159;p3"/>
          <p:cNvPicPr preferRelativeResize="0"/>
          <p:nvPr/>
        </p:nvPicPr>
        <p:blipFill rotWithShape="1">
          <a:blip r:embed="rId3">
            <a:alphaModFix/>
          </a:blip>
          <a:srcRect b="0" l="0" r="0" t="0"/>
          <a:stretch/>
        </p:blipFill>
        <p:spPr>
          <a:xfrm>
            <a:off x="5711617" y="2122714"/>
            <a:ext cx="5082231" cy="4245429"/>
          </a:xfrm>
          <a:prstGeom prst="rect">
            <a:avLst/>
          </a:prstGeom>
          <a:noFill/>
          <a:ln>
            <a:noFill/>
          </a:ln>
        </p:spPr>
      </p:pic>
      <p:pic>
        <p:nvPicPr>
          <p:cNvPr descr="A screenshot of a cat&#10;&#10;AI-generated content may be incorrect." id="160" name="Google Shape;160;p3"/>
          <p:cNvPicPr preferRelativeResize="0"/>
          <p:nvPr/>
        </p:nvPicPr>
        <p:blipFill rotWithShape="1">
          <a:blip r:embed="rId4">
            <a:alphaModFix/>
          </a:blip>
          <a:srcRect b="0" l="0" r="0" t="0"/>
          <a:stretch/>
        </p:blipFill>
        <p:spPr>
          <a:xfrm>
            <a:off x="1186406" y="2228127"/>
            <a:ext cx="2777925" cy="4166887"/>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sp>
        <p:nvSpPr>
          <p:cNvPr id="165" name="Google Shape;165;p4"/>
          <p:cNvSpPr txBox="1"/>
          <p:nvPr>
            <p:ph type="ctrTitle"/>
          </p:nvPr>
        </p:nvSpPr>
        <p:spPr>
          <a:xfrm>
            <a:off x="1524000" y="0"/>
            <a:ext cx="9144000" cy="1016145"/>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lt1"/>
              </a:buClr>
              <a:buSzPts val="6000"/>
              <a:buFont typeface="Century Gothic"/>
              <a:buNone/>
            </a:pPr>
            <a:r>
              <a:rPr lang="en-US"/>
              <a:t>DEVELOPMENT PROCESS</a:t>
            </a:r>
            <a:endParaRPr/>
          </a:p>
        </p:txBody>
      </p:sp>
      <p:sp>
        <p:nvSpPr>
          <p:cNvPr id="166" name="Google Shape;166;p4"/>
          <p:cNvSpPr txBox="1"/>
          <p:nvPr/>
        </p:nvSpPr>
        <p:spPr>
          <a:xfrm>
            <a:off x="190005" y="1016145"/>
            <a:ext cx="5908717" cy="203132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lt1"/>
                </a:solidFill>
                <a:latin typeface="Century Gothic"/>
                <a:ea typeface="Century Gothic"/>
                <a:cs typeface="Century Gothic"/>
                <a:sym typeface="Century Gothic"/>
              </a:rPr>
              <a:t>We agreed on a direction for the project and broke all features down into must haves, could haves, and should haves. We worked out the structure of data and API endpoints we'd need to achieve this. An issue board was then made with the features discussed to give clear goals for the MVP and post-MVP improvements.</a:t>
            </a:r>
            <a:endParaRPr/>
          </a:p>
        </p:txBody>
      </p:sp>
      <p:pic>
        <p:nvPicPr>
          <p:cNvPr descr="A screenshot of a computer&#10;&#10;AI-generated content may be incorrect." id="167" name="Google Shape;167;p4"/>
          <p:cNvPicPr preferRelativeResize="0"/>
          <p:nvPr/>
        </p:nvPicPr>
        <p:blipFill rotWithShape="1">
          <a:blip r:embed="rId3">
            <a:alphaModFix/>
          </a:blip>
          <a:srcRect b="0" l="0" r="0" t="0"/>
          <a:stretch/>
        </p:blipFill>
        <p:spPr>
          <a:xfrm>
            <a:off x="6975994" y="1018270"/>
            <a:ext cx="4600575" cy="543877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p5"/>
          <p:cNvSpPr txBox="1"/>
          <p:nvPr>
            <p:ph type="ctrTitle"/>
          </p:nvPr>
        </p:nvSpPr>
        <p:spPr>
          <a:xfrm>
            <a:off x="1524000" y="0"/>
            <a:ext cx="9144000" cy="1087397"/>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lt1"/>
              </a:buClr>
              <a:buSzPts val="6000"/>
              <a:buFont typeface="Century Gothic"/>
              <a:buNone/>
            </a:pPr>
            <a:r>
              <a:rPr lang="en-US"/>
              <a:t>PRODUCT FEATURES</a:t>
            </a:r>
            <a:endParaRPr/>
          </a:p>
        </p:txBody>
      </p:sp>
      <p:sp>
        <p:nvSpPr>
          <p:cNvPr id="173" name="Google Shape;173;p5"/>
          <p:cNvSpPr txBox="1"/>
          <p:nvPr/>
        </p:nvSpPr>
        <p:spPr>
          <a:xfrm>
            <a:off x="0" y="997527"/>
            <a:ext cx="12192000" cy="535531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chemeClr val="lt1"/>
                </a:solidFill>
                <a:latin typeface="Century Gothic"/>
                <a:ea typeface="Century Gothic"/>
                <a:cs typeface="Century Gothic"/>
                <a:sym typeface="Century Gothic"/>
              </a:rPr>
              <a:t>User Accounts &amp; Profiles</a:t>
            </a:r>
            <a:endParaRPr sz="1800">
              <a:solidFill>
                <a:schemeClr val="lt1"/>
              </a:solidFill>
              <a:latin typeface="Century Gothic"/>
              <a:ea typeface="Century Gothic"/>
              <a:cs typeface="Century Gothic"/>
              <a:sym typeface="Century Gothic"/>
            </a:endParaRPr>
          </a:p>
          <a:p>
            <a:pPr indent="-285750" lvl="0" marL="285750" marR="0" rtl="0" algn="l">
              <a:spcBef>
                <a:spcPts val="0"/>
              </a:spcBef>
              <a:spcAft>
                <a:spcPts val="0"/>
              </a:spcAft>
              <a:buClr>
                <a:schemeClr val="lt1"/>
              </a:buClr>
              <a:buSzPts val="1800"/>
              <a:buFont typeface="Arial"/>
              <a:buChar char="•"/>
            </a:pPr>
            <a:r>
              <a:rPr lang="en-US" sz="1800">
                <a:solidFill>
                  <a:schemeClr val="lt1"/>
                </a:solidFill>
                <a:latin typeface="Century Gothic"/>
                <a:ea typeface="Century Gothic"/>
                <a:cs typeface="Century Gothic"/>
                <a:sym typeface="Century Gothic"/>
              </a:rPr>
              <a:t>Sign up with a profile picture / log in</a:t>
            </a:r>
            <a:endParaRPr/>
          </a:p>
          <a:p>
            <a:pPr indent="0" lvl="0" marL="0" marR="0" rtl="0" algn="l">
              <a:spcBef>
                <a:spcPts val="0"/>
              </a:spcBef>
              <a:spcAft>
                <a:spcPts val="0"/>
              </a:spcAft>
              <a:buClr>
                <a:schemeClr val="lt1"/>
              </a:buClr>
              <a:buSzPts val="1800"/>
              <a:buFont typeface="Arial"/>
              <a:buNone/>
            </a:pPr>
            <a:r>
              <a:t/>
            </a:r>
            <a:endParaRPr sz="1800">
              <a:solidFill>
                <a:schemeClr val="lt1"/>
              </a:solidFill>
              <a:latin typeface="Century Gothic"/>
              <a:ea typeface="Century Gothic"/>
              <a:cs typeface="Century Gothic"/>
              <a:sym typeface="Century Gothic"/>
            </a:endParaRPr>
          </a:p>
          <a:p>
            <a:pPr indent="0" lvl="0" marL="0" marR="0" rtl="0" algn="l">
              <a:spcBef>
                <a:spcPts val="0"/>
              </a:spcBef>
              <a:spcAft>
                <a:spcPts val="0"/>
              </a:spcAft>
              <a:buNone/>
            </a:pPr>
            <a:r>
              <a:rPr b="1" lang="en-US" sz="1800">
                <a:solidFill>
                  <a:schemeClr val="lt1"/>
                </a:solidFill>
                <a:latin typeface="Century Gothic"/>
                <a:ea typeface="Century Gothic"/>
                <a:cs typeface="Century Gothic"/>
                <a:sym typeface="Century Gothic"/>
              </a:rPr>
              <a:t>Post Creation</a:t>
            </a:r>
            <a:endParaRPr sz="1800">
              <a:solidFill>
                <a:schemeClr val="lt1"/>
              </a:solidFill>
              <a:latin typeface="Century Gothic"/>
              <a:ea typeface="Century Gothic"/>
              <a:cs typeface="Century Gothic"/>
              <a:sym typeface="Century Gothic"/>
            </a:endParaRPr>
          </a:p>
          <a:p>
            <a:pPr indent="-285750" lvl="0" marL="285750" marR="0" rtl="0" algn="l">
              <a:spcBef>
                <a:spcPts val="0"/>
              </a:spcBef>
              <a:spcAft>
                <a:spcPts val="0"/>
              </a:spcAft>
              <a:buClr>
                <a:schemeClr val="lt1"/>
              </a:buClr>
              <a:buSzPts val="1800"/>
              <a:buFont typeface="Arial"/>
              <a:buChar char="•"/>
            </a:pPr>
            <a:r>
              <a:rPr lang="en-US" sz="1800">
                <a:solidFill>
                  <a:schemeClr val="lt1"/>
                </a:solidFill>
                <a:latin typeface="Century Gothic"/>
                <a:ea typeface="Century Gothic"/>
                <a:cs typeface="Century Gothic"/>
                <a:sym typeface="Century Gothic"/>
              </a:rPr>
              <a:t>Upload pet photos</a:t>
            </a:r>
            <a:endParaRPr/>
          </a:p>
          <a:p>
            <a:pPr indent="-285750" lvl="0" marL="285750" marR="0" rtl="0" algn="l">
              <a:spcBef>
                <a:spcPts val="0"/>
              </a:spcBef>
              <a:spcAft>
                <a:spcPts val="0"/>
              </a:spcAft>
              <a:buClr>
                <a:schemeClr val="lt1"/>
              </a:buClr>
              <a:buSzPts val="1800"/>
              <a:buFont typeface="Arial"/>
              <a:buChar char="•"/>
            </a:pPr>
            <a:r>
              <a:rPr lang="en-US" sz="1800">
                <a:solidFill>
                  <a:schemeClr val="lt1"/>
                </a:solidFill>
                <a:latin typeface="Century Gothic"/>
                <a:ea typeface="Century Gothic"/>
                <a:cs typeface="Century Gothic"/>
                <a:sym typeface="Century Gothic"/>
              </a:rPr>
              <a:t>Add captions </a:t>
            </a:r>
            <a:endParaRPr/>
          </a:p>
          <a:p>
            <a:pPr indent="-285750" lvl="0" marL="285750" marR="0" rtl="0" algn="l">
              <a:spcBef>
                <a:spcPts val="0"/>
              </a:spcBef>
              <a:spcAft>
                <a:spcPts val="0"/>
              </a:spcAft>
              <a:buClr>
                <a:schemeClr val="lt1"/>
              </a:buClr>
              <a:buSzPts val="1800"/>
              <a:buFont typeface="Arial"/>
              <a:buChar char="•"/>
            </a:pPr>
            <a:r>
              <a:rPr lang="en-US" sz="1800">
                <a:solidFill>
                  <a:schemeClr val="lt1"/>
                </a:solidFill>
                <a:latin typeface="Century Gothic"/>
                <a:ea typeface="Century Gothic"/>
                <a:cs typeface="Century Gothic"/>
                <a:sym typeface="Century Gothic"/>
              </a:rPr>
              <a:t>Option to edit or delete posts</a:t>
            </a:r>
            <a:endParaRPr/>
          </a:p>
          <a:p>
            <a:pPr indent="0" lvl="0" marL="0" marR="0" rtl="0" algn="l">
              <a:spcBef>
                <a:spcPts val="0"/>
              </a:spcBef>
              <a:spcAft>
                <a:spcPts val="0"/>
              </a:spcAft>
              <a:buClr>
                <a:schemeClr val="lt1"/>
              </a:buClr>
              <a:buSzPts val="1800"/>
              <a:buFont typeface="Arial"/>
              <a:buNone/>
            </a:pPr>
            <a:r>
              <a:t/>
            </a:r>
            <a:endParaRPr sz="1800">
              <a:solidFill>
                <a:schemeClr val="lt1"/>
              </a:solidFill>
              <a:latin typeface="Century Gothic"/>
              <a:ea typeface="Century Gothic"/>
              <a:cs typeface="Century Gothic"/>
              <a:sym typeface="Century Gothic"/>
            </a:endParaRPr>
          </a:p>
          <a:p>
            <a:pPr indent="0" lvl="0" marL="0" marR="0" rtl="0" algn="l">
              <a:spcBef>
                <a:spcPts val="0"/>
              </a:spcBef>
              <a:spcAft>
                <a:spcPts val="0"/>
              </a:spcAft>
              <a:buNone/>
            </a:pPr>
            <a:r>
              <a:rPr b="1" lang="en-US" sz="1800">
                <a:solidFill>
                  <a:schemeClr val="lt1"/>
                </a:solidFill>
                <a:latin typeface="Century Gothic"/>
                <a:ea typeface="Century Gothic"/>
                <a:cs typeface="Century Gothic"/>
                <a:sym typeface="Century Gothic"/>
              </a:rPr>
              <a:t>Post Feeds</a:t>
            </a:r>
            <a:endParaRPr sz="1800">
              <a:solidFill>
                <a:schemeClr val="lt1"/>
              </a:solidFill>
              <a:latin typeface="Century Gothic"/>
              <a:ea typeface="Century Gothic"/>
              <a:cs typeface="Century Gothic"/>
              <a:sym typeface="Century Gothic"/>
            </a:endParaRPr>
          </a:p>
          <a:p>
            <a:pPr indent="-285750" lvl="0" marL="285750" marR="0" rtl="0" algn="l">
              <a:spcBef>
                <a:spcPts val="0"/>
              </a:spcBef>
              <a:spcAft>
                <a:spcPts val="0"/>
              </a:spcAft>
              <a:buClr>
                <a:schemeClr val="lt1"/>
              </a:buClr>
              <a:buSzPts val="1800"/>
              <a:buFont typeface="Arial"/>
              <a:buChar char="•"/>
            </a:pPr>
            <a:r>
              <a:rPr lang="en-US" sz="1800">
                <a:solidFill>
                  <a:schemeClr val="lt1"/>
                </a:solidFill>
                <a:latin typeface="Century Gothic"/>
                <a:ea typeface="Century Gothic"/>
                <a:cs typeface="Century Gothic"/>
                <a:sym typeface="Century Gothic"/>
              </a:rPr>
              <a:t>Home page feed to show all posts</a:t>
            </a:r>
            <a:endParaRPr/>
          </a:p>
          <a:p>
            <a:pPr indent="-285750" lvl="0" marL="285750" marR="0" rtl="0" algn="l">
              <a:spcBef>
                <a:spcPts val="0"/>
              </a:spcBef>
              <a:spcAft>
                <a:spcPts val="0"/>
              </a:spcAft>
              <a:buClr>
                <a:schemeClr val="lt1"/>
              </a:buClr>
              <a:buSzPts val="1800"/>
              <a:buFont typeface="Arial"/>
              <a:buChar char="•"/>
            </a:pPr>
            <a:r>
              <a:rPr lang="en-US" sz="1800">
                <a:solidFill>
                  <a:schemeClr val="lt1"/>
                </a:solidFill>
                <a:latin typeface="Century Gothic"/>
                <a:ea typeface="Century Gothic"/>
                <a:cs typeface="Century Gothic"/>
                <a:sym typeface="Century Gothic"/>
              </a:rPr>
              <a:t>Following page</a:t>
            </a:r>
            <a:endParaRPr/>
          </a:p>
          <a:p>
            <a:pPr indent="0" lvl="0" marL="0" marR="0" rtl="0" algn="l">
              <a:spcBef>
                <a:spcPts val="0"/>
              </a:spcBef>
              <a:spcAft>
                <a:spcPts val="0"/>
              </a:spcAft>
              <a:buClr>
                <a:schemeClr val="lt1"/>
              </a:buClr>
              <a:buSzPts val="1800"/>
              <a:buFont typeface="Arial"/>
              <a:buNone/>
            </a:pPr>
            <a:r>
              <a:t/>
            </a:r>
            <a:endParaRPr sz="1800">
              <a:solidFill>
                <a:schemeClr val="lt1"/>
              </a:solidFill>
              <a:latin typeface="Century Gothic"/>
              <a:ea typeface="Century Gothic"/>
              <a:cs typeface="Century Gothic"/>
              <a:sym typeface="Century Gothic"/>
            </a:endParaRPr>
          </a:p>
          <a:p>
            <a:pPr indent="0" lvl="0" marL="0" marR="0" rtl="0" algn="l">
              <a:spcBef>
                <a:spcPts val="0"/>
              </a:spcBef>
              <a:spcAft>
                <a:spcPts val="0"/>
              </a:spcAft>
              <a:buNone/>
            </a:pPr>
            <a:r>
              <a:rPr b="1" lang="en-US" sz="1800">
                <a:solidFill>
                  <a:schemeClr val="lt1"/>
                </a:solidFill>
                <a:latin typeface="Century Gothic"/>
                <a:ea typeface="Century Gothic"/>
                <a:cs typeface="Century Gothic"/>
                <a:sym typeface="Century Gothic"/>
              </a:rPr>
              <a:t>Engagement Features</a:t>
            </a:r>
            <a:endParaRPr sz="1800">
              <a:solidFill>
                <a:schemeClr val="lt1"/>
              </a:solidFill>
              <a:latin typeface="Century Gothic"/>
              <a:ea typeface="Century Gothic"/>
              <a:cs typeface="Century Gothic"/>
              <a:sym typeface="Century Gothic"/>
            </a:endParaRPr>
          </a:p>
          <a:p>
            <a:pPr indent="-285750" lvl="0" marL="285750" marR="0" rtl="0" algn="l">
              <a:spcBef>
                <a:spcPts val="0"/>
              </a:spcBef>
              <a:spcAft>
                <a:spcPts val="0"/>
              </a:spcAft>
              <a:buClr>
                <a:schemeClr val="lt1"/>
              </a:buClr>
              <a:buSzPts val="1800"/>
              <a:buFont typeface="Arial"/>
              <a:buChar char="•"/>
            </a:pPr>
            <a:r>
              <a:rPr lang="en-US" sz="1800">
                <a:solidFill>
                  <a:schemeClr val="lt1"/>
                </a:solidFill>
                <a:latin typeface="Century Gothic"/>
                <a:ea typeface="Century Gothic"/>
                <a:cs typeface="Century Gothic"/>
                <a:sym typeface="Century Gothic"/>
              </a:rPr>
              <a:t>View and add comments</a:t>
            </a:r>
            <a:endParaRPr/>
          </a:p>
          <a:p>
            <a:pPr indent="-285750" lvl="0" marL="285750" marR="0" rtl="0" algn="l">
              <a:spcBef>
                <a:spcPts val="0"/>
              </a:spcBef>
              <a:spcAft>
                <a:spcPts val="0"/>
              </a:spcAft>
              <a:buClr>
                <a:schemeClr val="lt1"/>
              </a:buClr>
              <a:buSzPts val="1800"/>
              <a:buFont typeface="Arial"/>
              <a:buChar char="•"/>
            </a:pPr>
            <a:r>
              <a:rPr lang="en-US" sz="1800">
                <a:solidFill>
                  <a:schemeClr val="lt1"/>
                </a:solidFill>
                <a:latin typeface="Century Gothic"/>
                <a:ea typeface="Century Gothic"/>
                <a:cs typeface="Century Gothic"/>
                <a:sym typeface="Century Gothic"/>
              </a:rPr>
              <a:t>Like posts</a:t>
            </a:r>
            <a:endParaRPr/>
          </a:p>
          <a:p>
            <a:pPr indent="0" lvl="0" marL="0" marR="0" rtl="0" algn="l">
              <a:spcBef>
                <a:spcPts val="0"/>
              </a:spcBef>
              <a:spcAft>
                <a:spcPts val="0"/>
              </a:spcAft>
              <a:buClr>
                <a:schemeClr val="lt1"/>
              </a:buClr>
              <a:buSzPts val="1800"/>
              <a:buFont typeface="Arial"/>
              <a:buNone/>
            </a:pPr>
            <a:r>
              <a:t/>
            </a:r>
            <a:endParaRPr sz="1800">
              <a:solidFill>
                <a:schemeClr val="lt1"/>
              </a:solidFill>
              <a:latin typeface="Century Gothic"/>
              <a:ea typeface="Century Gothic"/>
              <a:cs typeface="Century Gothic"/>
              <a:sym typeface="Century Gothic"/>
            </a:endParaRPr>
          </a:p>
          <a:p>
            <a:pPr indent="0" lvl="0" marL="0" marR="0" rtl="0" algn="l">
              <a:spcBef>
                <a:spcPts val="0"/>
              </a:spcBef>
              <a:spcAft>
                <a:spcPts val="0"/>
              </a:spcAft>
              <a:buNone/>
            </a:pPr>
            <a:r>
              <a:rPr b="1" lang="en-US" sz="1800">
                <a:solidFill>
                  <a:schemeClr val="lt1"/>
                </a:solidFill>
                <a:latin typeface="Century Gothic"/>
                <a:ea typeface="Century Gothic"/>
                <a:cs typeface="Century Gothic"/>
                <a:sym typeface="Century Gothic"/>
              </a:rPr>
              <a:t>Community Interaction</a:t>
            </a:r>
            <a:endParaRPr sz="1800">
              <a:solidFill>
                <a:schemeClr val="lt1"/>
              </a:solidFill>
              <a:latin typeface="Century Gothic"/>
              <a:ea typeface="Century Gothic"/>
              <a:cs typeface="Century Gothic"/>
              <a:sym typeface="Century Gothic"/>
            </a:endParaRPr>
          </a:p>
          <a:p>
            <a:pPr indent="-285750" lvl="0" marL="285750" marR="0" rtl="0" algn="l">
              <a:spcBef>
                <a:spcPts val="0"/>
              </a:spcBef>
              <a:spcAft>
                <a:spcPts val="0"/>
              </a:spcAft>
              <a:buClr>
                <a:schemeClr val="lt1"/>
              </a:buClr>
              <a:buSzPts val="1800"/>
              <a:buFont typeface="Arial"/>
              <a:buChar char="•"/>
            </a:pPr>
            <a:r>
              <a:rPr lang="en-US" sz="1800">
                <a:solidFill>
                  <a:schemeClr val="lt1"/>
                </a:solidFill>
                <a:latin typeface="Century Gothic"/>
                <a:ea typeface="Century Gothic"/>
                <a:cs typeface="Century Gothic"/>
                <a:sym typeface="Century Gothic"/>
              </a:rPr>
              <a:t>View other users’ profiles</a:t>
            </a:r>
            <a:endParaRPr/>
          </a:p>
          <a:p>
            <a:pPr indent="-285750" lvl="0" marL="285750" marR="0" rtl="0" algn="l">
              <a:spcBef>
                <a:spcPts val="0"/>
              </a:spcBef>
              <a:spcAft>
                <a:spcPts val="0"/>
              </a:spcAft>
              <a:buClr>
                <a:schemeClr val="lt1"/>
              </a:buClr>
              <a:buSzPts val="1800"/>
              <a:buFont typeface="Arial"/>
              <a:buChar char="•"/>
            </a:pPr>
            <a:r>
              <a:rPr lang="en-US" sz="1800">
                <a:solidFill>
                  <a:schemeClr val="lt1"/>
                </a:solidFill>
                <a:latin typeface="Century Gothic"/>
                <a:ea typeface="Century Gothic"/>
                <a:cs typeface="Century Gothic"/>
                <a:sym typeface="Century Gothic"/>
              </a:rPr>
              <a:t>Follow/unfollow users</a:t>
            </a:r>
            <a:endParaRPr sz="1800">
              <a:solidFill>
                <a:schemeClr val="lt1"/>
              </a:solidFill>
              <a:latin typeface="Century Gothic"/>
              <a:ea typeface="Century Gothic"/>
              <a:cs typeface="Century Gothic"/>
              <a:sym typeface="Century Gothic"/>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p6"/>
          <p:cNvSpPr txBox="1"/>
          <p:nvPr>
            <p:ph type="ctrTitle"/>
          </p:nvPr>
        </p:nvSpPr>
        <p:spPr>
          <a:xfrm>
            <a:off x="1524000" y="0"/>
            <a:ext cx="9144000" cy="1039895"/>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lt1"/>
              </a:buClr>
              <a:buSzPts val="6000"/>
              <a:buFont typeface="Century Gothic"/>
              <a:buNone/>
            </a:pPr>
            <a:r>
              <a:rPr lang="en-US"/>
              <a:t>FRASER ELLIOTT </a:t>
            </a:r>
            <a:endParaRPr/>
          </a:p>
        </p:txBody>
      </p:sp>
      <p:sp>
        <p:nvSpPr>
          <p:cNvPr id="179" name="Google Shape;179;p6"/>
          <p:cNvSpPr txBox="1"/>
          <p:nvPr>
            <p:ph idx="1" type="subTitle"/>
          </p:nvPr>
        </p:nvSpPr>
        <p:spPr>
          <a:xfrm>
            <a:off x="0" y="1039895"/>
            <a:ext cx="12192000" cy="5313404"/>
          </a:xfrm>
          <a:prstGeom prst="rect">
            <a:avLst/>
          </a:prstGeom>
          <a:noFill/>
          <a:ln>
            <a:noFill/>
          </a:ln>
        </p:spPr>
        <p:txBody>
          <a:bodyPr anchorCtr="0" anchor="t" bIns="45700" lIns="91425" spcFirstLastPara="1" rIns="91425" wrap="square" tIns="45700">
            <a:normAutofit/>
          </a:bodyPr>
          <a:lstStyle/>
          <a:p>
            <a:pPr indent="-342900" lvl="0" marL="342900" rtl="0" algn="l">
              <a:lnSpc>
                <a:spcPct val="90000"/>
              </a:lnSpc>
              <a:spcBef>
                <a:spcPts val="0"/>
              </a:spcBef>
              <a:spcAft>
                <a:spcPts val="0"/>
              </a:spcAft>
              <a:buClr>
                <a:schemeClr val="lt1"/>
              </a:buClr>
              <a:buSzPts val="2000"/>
              <a:buFont typeface="Arial"/>
              <a:buChar char="•"/>
            </a:pPr>
            <a:r>
              <a:rPr lang="en-US"/>
              <a:t>Role: Team Leader</a:t>
            </a:r>
            <a:endParaRPr/>
          </a:p>
          <a:p>
            <a:pPr indent="-342900" lvl="0" marL="342900" rtl="0" algn="l">
              <a:lnSpc>
                <a:spcPct val="90000"/>
              </a:lnSpc>
              <a:spcBef>
                <a:spcPts val="1000"/>
              </a:spcBef>
              <a:spcAft>
                <a:spcPts val="0"/>
              </a:spcAft>
              <a:buClr>
                <a:schemeClr val="lt1"/>
              </a:buClr>
              <a:buSzPts val="2000"/>
              <a:buFont typeface="Arial"/>
              <a:buChar char="•"/>
            </a:pPr>
            <a:r>
              <a:rPr lang="en-US"/>
              <a:t>Responsibilities:</a:t>
            </a:r>
            <a:endParaRPr/>
          </a:p>
          <a:p>
            <a:pPr indent="-342900" lvl="1" marL="800100" rtl="0" algn="l">
              <a:lnSpc>
                <a:spcPct val="90000"/>
              </a:lnSpc>
              <a:spcBef>
                <a:spcPts val="500"/>
              </a:spcBef>
              <a:spcAft>
                <a:spcPts val="0"/>
              </a:spcAft>
              <a:buClr>
                <a:schemeClr val="lt1"/>
              </a:buClr>
              <a:buSzPts val="2000"/>
              <a:buFont typeface="Courier New"/>
              <a:buChar char="o"/>
            </a:pPr>
            <a:r>
              <a:rPr lang="en-US"/>
              <a:t>Creating and managing issue board</a:t>
            </a:r>
            <a:endParaRPr/>
          </a:p>
          <a:p>
            <a:pPr indent="-342900" lvl="1" marL="800100" rtl="0" algn="l">
              <a:lnSpc>
                <a:spcPct val="90000"/>
              </a:lnSpc>
              <a:spcBef>
                <a:spcPts val="500"/>
              </a:spcBef>
              <a:spcAft>
                <a:spcPts val="0"/>
              </a:spcAft>
              <a:buClr>
                <a:schemeClr val="lt1"/>
              </a:buClr>
              <a:buSzPts val="2000"/>
              <a:buFont typeface="Courier New"/>
              <a:buChar char="o"/>
            </a:pPr>
            <a:r>
              <a:rPr lang="en-US"/>
              <a:t>Reviewing pull requests</a:t>
            </a:r>
            <a:endParaRPr/>
          </a:p>
          <a:p>
            <a:pPr indent="-342900" lvl="1" marL="800100" rtl="0" algn="l">
              <a:lnSpc>
                <a:spcPct val="90000"/>
              </a:lnSpc>
              <a:spcBef>
                <a:spcPts val="500"/>
              </a:spcBef>
              <a:spcAft>
                <a:spcPts val="0"/>
              </a:spcAft>
              <a:buClr>
                <a:schemeClr val="lt1"/>
              </a:buClr>
              <a:buSzPts val="2000"/>
              <a:buFont typeface="Courier New"/>
              <a:buChar char="o"/>
            </a:pPr>
            <a:r>
              <a:rPr lang="en-US"/>
              <a:t>Working on issues where required</a:t>
            </a:r>
            <a:endParaRPr/>
          </a:p>
          <a:p>
            <a:pPr indent="-342900" lvl="0" marL="342900" rtl="0" algn="l">
              <a:lnSpc>
                <a:spcPct val="90000"/>
              </a:lnSpc>
              <a:spcBef>
                <a:spcPts val="1000"/>
              </a:spcBef>
              <a:spcAft>
                <a:spcPts val="0"/>
              </a:spcAft>
              <a:buClr>
                <a:schemeClr val="lt1"/>
              </a:buClr>
              <a:buSzPts val="2000"/>
              <a:buFont typeface="Arial"/>
              <a:buChar char="•"/>
            </a:pPr>
            <a:r>
              <a:rPr lang="en-US"/>
              <a:t>Features added:</a:t>
            </a:r>
            <a:endParaRPr/>
          </a:p>
          <a:p>
            <a:pPr indent="-342900" lvl="1" marL="800100" rtl="0" algn="l">
              <a:lnSpc>
                <a:spcPct val="90000"/>
              </a:lnSpc>
              <a:spcBef>
                <a:spcPts val="500"/>
              </a:spcBef>
              <a:spcAft>
                <a:spcPts val="0"/>
              </a:spcAft>
              <a:buClr>
                <a:schemeClr val="lt1"/>
              </a:buClr>
              <a:buSzPts val="2000"/>
              <a:buFont typeface="Courier New"/>
              <a:buChar char="o"/>
            </a:pPr>
            <a:r>
              <a:rPr lang="en-US"/>
              <a:t>Contexts - frontend</a:t>
            </a:r>
            <a:endParaRPr/>
          </a:p>
          <a:p>
            <a:pPr indent="-342900" lvl="1" marL="800100" rtl="0" algn="l">
              <a:lnSpc>
                <a:spcPct val="90000"/>
              </a:lnSpc>
              <a:spcBef>
                <a:spcPts val="500"/>
              </a:spcBef>
              <a:spcAft>
                <a:spcPts val="0"/>
              </a:spcAft>
              <a:buClr>
                <a:schemeClr val="lt1"/>
              </a:buClr>
              <a:buSzPts val="2000"/>
              <a:buFont typeface="Courier New"/>
              <a:buChar char="o"/>
            </a:pPr>
            <a:r>
              <a:rPr lang="en-US"/>
              <a:t>Following users - frontend and backend</a:t>
            </a:r>
            <a:endParaRPr/>
          </a:p>
          <a:p>
            <a:pPr indent="-342900" lvl="1" marL="800100" rtl="0" algn="l">
              <a:lnSpc>
                <a:spcPct val="90000"/>
              </a:lnSpc>
              <a:spcBef>
                <a:spcPts val="500"/>
              </a:spcBef>
              <a:spcAft>
                <a:spcPts val="0"/>
              </a:spcAft>
              <a:buSzPts val="2000"/>
              <a:buChar char="o"/>
            </a:pPr>
            <a:r>
              <a:rPr lang="en-US"/>
              <a:t>Image upload - frontend and backend</a:t>
            </a:r>
            <a:endParaRPr/>
          </a:p>
          <a:p>
            <a:pPr indent="-342900" lvl="0" marL="342900" rtl="0" algn="l">
              <a:lnSpc>
                <a:spcPct val="90000"/>
              </a:lnSpc>
              <a:spcBef>
                <a:spcPts val="1000"/>
              </a:spcBef>
              <a:spcAft>
                <a:spcPts val="0"/>
              </a:spcAft>
              <a:buClr>
                <a:schemeClr val="lt1"/>
              </a:buClr>
              <a:buSzPts val="2000"/>
              <a:buFont typeface="Arial"/>
              <a:buChar char="•"/>
            </a:pPr>
            <a:r>
              <a:rPr lang="en-US"/>
              <a:t>Challenges</a:t>
            </a:r>
            <a:endParaRPr/>
          </a:p>
          <a:p>
            <a:pPr indent="-342900" lvl="1" marL="800100" rtl="0" algn="l">
              <a:lnSpc>
                <a:spcPct val="90000"/>
              </a:lnSpc>
              <a:spcBef>
                <a:spcPts val="500"/>
              </a:spcBef>
              <a:spcAft>
                <a:spcPts val="0"/>
              </a:spcAft>
              <a:buClr>
                <a:schemeClr val="lt1"/>
              </a:buClr>
              <a:buSzPts val="2000"/>
              <a:buFont typeface="Courier New"/>
              <a:buChar char="o"/>
            </a:pPr>
            <a:r>
              <a:rPr lang="en-US"/>
              <a:t>Balancing time between working on issues, reviewing pull requests and helping team with code</a:t>
            </a:r>
            <a:endParaRPr/>
          </a:p>
          <a:p>
            <a:pPr indent="-342900" lvl="0" marL="342900" rtl="0" algn="l">
              <a:lnSpc>
                <a:spcPct val="90000"/>
              </a:lnSpc>
              <a:spcBef>
                <a:spcPts val="1000"/>
              </a:spcBef>
              <a:spcAft>
                <a:spcPts val="0"/>
              </a:spcAft>
              <a:buClr>
                <a:schemeClr val="lt1"/>
              </a:buClr>
              <a:buSzPts val="2000"/>
              <a:buFont typeface="Arial"/>
              <a:buChar char="•"/>
            </a:pPr>
            <a:r>
              <a:rPr lang="en-US"/>
              <a:t>Achievements</a:t>
            </a:r>
            <a:endParaRPr/>
          </a:p>
          <a:p>
            <a:pPr indent="-342900" lvl="1" marL="800100" rtl="0" algn="l">
              <a:lnSpc>
                <a:spcPct val="90000"/>
              </a:lnSpc>
              <a:spcBef>
                <a:spcPts val="500"/>
              </a:spcBef>
              <a:spcAft>
                <a:spcPts val="0"/>
              </a:spcAft>
              <a:buClr>
                <a:schemeClr val="lt1"/>
              </a:buClr>
              <a:buSzPts val="2000"/>
              <a:buFont typeface="Courier New"/>
              <a:buChar char="o"/>
            </a:pPr>
            <a:r>
              <a:rPr lang="en-US"/>
              <a:t>The issue board really helped us achieve a clear goal with everyone able to choose what to work on</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 name="Shape 183"/>
        <p:cNvGrpSpPr/>
        <p:nvPr/>
      </p:nvGrpSpPr>
      <p:grpSpPr>
        <a:xfrm>
          <a:off x="0" y="0"/>
          <a:ext cx="0" cy="0"/>
          <a:chOff x="0" y="0"/>
          <a:chExt cx="0" cy="0"/>
        </a:xfrm>
      </p:grpSpPr>
      <p:sp>
        <p:nvSpPr>
          <p:cNvPr id="184" name="Google Shape;184;p7"/>
          <p:cNvSpPr txBox="1"/>
          <p:nvPr>
            <p:ph type="ctrTitle"/>
          </p:nvPr>
        </p:nvSpPr>
        <p:spPr>
          <a:xfrm>
            <a:off x="1524000" y="0"/>
            <a:ext cx="9144000" cy="1039895"/>
          </a:xfrm>
          <a:prstGeom prst="rect">
            <a:avLst/>
          </a:prstGeom>
          <a:noFill/>
          <a:ln>
            <a:noFill/>
          </a:ln>
        </p:spPr>
        <p:txBody>
          <a:bodyPr anchorCtr="0" anchor="b" bIns="45700" lIns="91425" spcFirstLastPara="1" rIns="91425" wrap="square" tIns="45700">
            <a:normAutofit/>
          </a:bodyPr>
          <a:lstStyle/>
          <a:p>
            <a:pPr indent="0" lvl="0" marL="0" rtl="0" algn="ctr">
              <a:lnSpc>
                <a:spcPct val="90000"/>
              </a:lnSpc>
              <a:spcBef>
                <a:spcPts val="0"/>
              </a:spcBef>
              <a:spcAft>
                <a:spcPts val="0"/>
              </a:spcAft>
              <a:buClr>
                <a:schemeClr val="lt1"/>
              </a:buClr>
              <a:buSzPts val="6000"/>
              <a:buFont typeface="Century Gothic"/>
              <a:buNone/>
            </a:pPr>
            <a:r>
              <a:rPr lang="en-US"/>
              <a:t>DYLAN RHODES</a:t>
            </a:r>
            <a:endParaRPr/>
          </a:p>
        </p:txBody>
      </p:sp>
      <p:sp>
        <p:nvSpPr>
          <p:cNvPr id="185" name="Google Shape;185;p7"/>
          <p:cNvSpPr txBox="1"/>
          <p:nvPr>
            <p:ph idx="1" type="subTitle"/>
          </p:nvPr>
        </p:nvSpPr>
        <p:spPr>
          <a:xfrm>
            <a:off x="0" y="1039894"/>
            <a:ext cx="12192000" cy="5818105"/>
          </a:xfrm>
          <a:prstGeom prst="rect">
            <a:avLst/>
          </a:prstGeom>
          <a:noFill/>
          <a:ln>
            <a:noFill/>
          </a:ln>
        </p:spPr>
        <p:txBody>
          <a:bodyPr anchorCtr="0" anchor="t" bIns="45700" lIns="91425" spcFirstLastPara="1" rIns="91425" wrap="square" tIns="45700">
            <a:normAutofit/>
          </a:bodyPr>
          <a:lstStyle/>
          <a:p>
            <a:pPr indent="0" lvl="0" marL="0" rtl="0" algn="ctr">
              <a:lnSpc>
                <a:spcPct val="90000"/>
              </a:lnSpc>
              <a:spcBef>
                <a:spcPts val="0"/>
              </a:spcBef>
              <a:spcAft>
                <a:spcPts val="0"/>
              </a:spcAft>
              <a:buNone/>
            </a:pPr>
            <a:r>
              <a:rPr b="1" lang="en-US" sz="3000"/>
              <a:t>Role:</a:t>
            </a:r>
            <a:r>
              <a:rPr lang="en-US" sz="3000"/>
              <a:t> Backend Developer  </a:t>
            </a:r>
            <a:endParaRPr sz="3000"/>
          </a:p>
          <a:p>
            <a:pPr indent="0" lvl="0" marL="0" rtl="0" algn="ctr">
              <a:lnSpc>
                <a:spcPct val="90000"/>
              </a:lnSpc>
              <a:spcBef>
                <a:spcPts val="1000"/>
              </a:spcBef>
              <a:spcAft>
                <a:spcPts val="0"/>
              </a:spcAft>
              <a:buNone/>
            </a:pPr>
            <a:r>
              <a:t/>
            </a:r>
            <a:endParaRPr sz="3000"/>
          </a:p>
          <a:p>
            <a:pPr indent="0" lvl="0" marL="0" rtl="0" algn="ctr">
              <a:lnSpc>
                <a:spcPct val="90000"/>
              </a:lnSpc>
              <a:spcBef>
                <a:spcPts val="1000"/>
              </a:spcBef>
              <a:spcAft>
                <a:spcPts val="0"/>
              </a:spcAft>
              <a:buNone/>
            </a:pPr>
            <a:r>
              <a:rPr b="1" lang="en-US" sz="3000"/>
              <a:t>Technologies used:</a:t>
            </a:r>
            <a:endParaRPr sz="3000"/>
          </a:p>
          <a:p>
            <a:pPr indent="0" lvl="0" marL="457200" rtl="0" algn="ctr">
              <a:lnSpc>
                <a:spcPct val="90000"/>
              </a:lnSpc>
              <a:spcBef>
                <a:spcPts val="500"/>
              </a:spcBef>
              <a:spcAft>
                <a:spcPts val="0"/>
              </a:spcAft>
              <a:buNone/>
            </a:pPr>
            <a:r>
              <a:rPr b="1" lang="en-US" sz="3000"/>
              <a:t>Backend:</a:t>
            </a:r>
            <a:r>
              <a:rPr lang="en-US" sz="3000"/>
              <a:t> Node.js, Express.js</a:t>
            </a:r>
            <a:endParaRPr sz="3000"/>
          </a:p>
          <a:p>
            <a:pPr indent="0" lvl="0" marL="457200" rtl="0" algn="ctr">
              <a:lnSpc>
                <a:spcPct val="90000"/>
              </a:lnSpc>
              <a:spcBef>
                <a:spcPts val="500"/>
              </a:spcBef>
              <a:spcAft>
                <a:spcPts val="0"/>
              </a:spcAft>
              <a:buNone/>
            </a:pPr>
            <a:r>
              <a:rPr b="1" lang="en-US" sz="3000"/>
              <a:t>Database</a:t>
            </a:r>
            <a:r>
              <a:rPr lang="en-US" sz="3000"/>
              <a:t>: MySQL, Sequelize ORM</a:t>
            </a:r>
            <a:endParaRPr sz="3000"/>
          </a:p>
          <a:p>
            <a:pPr indent="0" lvl="0" marL="457200" rtl="0" algn="ctr">
              <a:lnSpc>
                <a:spcPct val="90000"/>
              </a:lnSpc>
              <a:spcBef>
                <a:spcPts val="500"/>
              </a:spcBef>
              <a:spcAft>
                <a:spcPts val="0"/>
              </a:spcAft>
              <a:buNone/>
            </a:pPr>
            <a:r>
              <a:rPr b="1" lang="en-US" sz="3000"/>
              <a:t>Tools &amp; Environment:</a:t>
            </a:r>
            <a:r>
              <a:rPr lang="en-US" sz="3000"/>
              <a:t> GitHub, Postman, npm</a:t>
            </a:r>
            <a:endParaRPr sz="3000"/>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sp>
        <p:nvSpPr>
          <p:cNvPr id="190" name="Google Shape;190;p8"/>
          <p:cNvSpPr txBox="1"/>
          <p:nvPr>
            <p:ph type="ctrTitle"/>
          </p:nvPr>
        </p:nvSpPr>
        <p:spPr>
          <a:xfrm>
            <a:off x="1524000" y="0"/>
            <a:ext cx="9144000" cy="1039895"/>
          </a:xfrm>
          <a:prstGeom prst="rect">
            <a:avLst/>
          </a:prstGeom>
          <a:noFill/>
          <a:ln>
            <a:noFill/>
          </a:ln>
        </p:spPr>
        <p:txBody>
          <a:bodyPr anchorCtr="0" anchor="b" bIns="45700" lIns="91425" spcFirstLastPara="1" rIns="91425" wrap="square" tIns="45700">
            <a:normAutofit/>
          </a:bodyPr>
          <a:lstStyle/>
          <a:p>
            <a:pPr indent="0" lvl="0" marL="0" rtl="0" algn="ctr">
              <a:lnSpc>
                <a:spcPct val="90000"/>
              </a:lnSpc>
              <a:spcBef>
                <a:spcPts val="0"/>
              </a:spcBef>
              <a:spcAft>
                <a:spcPts val="0"/>
              </a:spcAft>
              <a:buClr>
                <a:schemeClr val="lt1"/>
              </a:buClr>
              <a:buSzPts val="6000"/>
              <a:buFont typeface="Century Gothic"/>
              <a:buNone/>
            </a:pPr>
            <a:r>
              <a:rPr lang="en-US"/>
              <a:t>FEATURES ADDED</a:t>
            </a:r>
            <a:endParaRPr/>
          </a:p>
        </p:txBody>
      </p:sp>
      <p:sp>
        <p:nvSpPr>
          <p:cNvPr id="191" name="Google Shape;191;p8"/>
          <p:cNvSpPr txBox="1"/>
          <p:nvPr>
            <p:ph idx="1" type="subTitle"/>
          </p:nvPr>
        </p:nvSpPr>
        <p:spPr>
          <a:xfrm>
            <a:off x="0" y="1039894"/>
            <a:ext cx="12192000" cy="5818105"/>
          </a:xfrm>
          <a:prstGeom prst="rect">
            <a:avLst/>
          </a:prstGeom>
          <a:noFill/>
          <a:ln>
            <a:noFill/>
          </a:ln>
        </p:spPr>
        <p:txBody>
          <a:bodyPr anchorCtr="0" anchor="t" bIns="45700" lIns="91425" spcFirstLastPara="1" rIns="91425" wrap="square" tIns="45700">
            <a:normAutofit/>
          </a:bodyPr>
          <a:lstStyle/>
          <a:p>
            <a:pPr indent="0" lvl="0" marL="0" rtl="0" algn="ctr">
              <a:lnSpc>
                <a:spcPct val="90000"/>
              </a:lnSpc>
              <a:spcBef>
                <a:spcPts val="0"/>
              </a:spcBef>
              <a:spcAft>
                <a:spcPts val="0"/>
              </a:spcAft>
              <a:buClr>
                <a:schemeClr val="lt1"/>
              </a:buClr>
              <a:buSzPts val="2000"/>
              <a:buNone/>
            </a:pPr>
            <a:r>
              <a:t/>
            </a:r>
            <a:endParaRPr/>
          </a:p>
          <a:p>
            <a:pPr indent="0" lvl="0" marL="0" rtl="0" algn="ctr">
              <a:lnSpc>
                <a:spcPct val="120000"/>
              </a:lnSpc>
              <a:spcBef>
                <a:spcPts val="0"/>
              </a:spcBef>
              <a:spcAft>
                <a:spcPts val="0"/>
              </a:spcAft>
              <a:buClr>
                <a:schemeClr val="lt1"/>
              </a:buClr>
              <a:buSzPts val="2000"/>
              <a:buNone/>
            </a:pPr>
            <a:r>
              <a:rPr b="1" lang="en-US"/>
              <a:t>ENV</a:t>
            </a:r>
            <a:endParaRPr b="1"/>
          </a:p>
          <a:p>
            <a:pPr indent="0" lvl="0" marL="0" rtl="0" algn="ctr">
              <a:lnSpc>
                <a:spcPct val="120000"/>
              </a:lnSpc>
              <a:spcBef>
                <a:spcPts val="0"/>
              </a:spcBef>
              <a:spcAft>
                <a:spcPts val="0"/>
              </a:spcAft>
              <a:buClr>
                <a:schemeClr val="lt1"/>
              </a:buClr>
              <a:buSzPts val="2000"/>
              <a:buNone/>
            </a:pPr>
            <a:r>
              <a:t/>
            </a:r>
            <a:endParaRPr b="1"/>
          </a:p>
          <a:p>
            <a:pPr indent="0" lvl="0" marL="0" rtl="0" algn="ctr">
              <a:lnSpc>
                <a:spcPct val="120000"/>
              </a:lnSpc>
              <a:spcBef>
                <a:spcPts val="0"/>
              </a:spcBef>
              <a:spcAft>
                <a:spcPts val="0"/>
              </a:spcAft>
              <a:buClr>
                <a:schemeClr val="lt1"/>
              </a:buClr>
              <a:buSzPts val="2000"/>
              <a:buNone/>
            </a:pPr>
            <a:r>
              <a:rPr b="1" lang="en-US"/>
              <a:t>AUTHENTICATION</a:t>
            </a:r>
            <a:endParaRPr b="1"/>
          </a:p>
          <a:p>
            <a:pPr indent="0" lvl="0" marL="0" rtl="0" algn="ctr">
              <a:lnSpc>
                <a:spcPct val="120000"/>
              </a:lnSpc>
              <a:spcBef>
                <a:spcPts val="0"/>
              </a:spcBef>
              <a:spcAft>
                <a:spcPts val="0"/>
              </a:spcAft>
              <a:buClr>
                <a:schemeClr val="lt1"/>
              </a:buClr>
              <a:buSzPts val="2000"/>
              <a:buNone/>
            </a:pPr>
            <a:r>
              <a:t/>
            </a:r>
            <a:endParaRPr b="1"/>
          </a:p>
          <a:p>
            <a:pPr indent="0" lvl="0" marL="0" rtl="0" algn="ctr">
              <a:lnSpc>
                <a:spcPct val="120000"/>
              </a:lnSpc>
              <a:spcBef>
                <a:spcPts val="0"/>
              </a:spcBef>
              <a:spcAft>
                <a:spcPts val="0"/>
              </a:spcAft>
              <a:buClr>
                <a:schemeClr val="lt1"/>
              </a:buClr>
              <a:buSzPts val="2000"/>
              <a:buNone/>
            </a:pPr>
            <a:r>
              <a:rPr b="1" lang="en-US"/>
              <a:t>MODELS</a:t>
            </a:r>
            <a:endParaRPr/>
          </a:p>
          <a:p>
            <a:pPr indent="0" lvl="0" marL="0" rtl="0" algn="ctr">
              <a:lnSpc>
                <a:spcPct val="120000"/>
              </a:lnSpc>
              <a:spcBef>
                <a:spcPts val="0"/>
              </a:spcBef>
              <a:spcAft>
                <a:spcPts val="0"/>
              </a:spcAft>
              <a:buClr>
                <a:schemeClr val="lt1"/>
              </a:buClr>
              <a:buSzPts val="2000"/>
              <a:buNone/>
            </a:pPr>
            <a:r>
              <a:t/>
            </a:r>
            <a:endParaRPr/>
          </a:p>
          <a:p>
            <a:pPr indent="0" lvl="0" marL="0" rtl="0" algn="ctr">
              <a:lnSpc>
                <a:spcPct val="120000"/>
              </a:lnSpc>
              <a:spcBef>
                <a:spcPts val="0"/>
              </a:spcBef>
              <a:spcAft>
                <a:spcPts val="0"/>
              </a:spcAft>
              <a:buClr>
                <a:schemeClr val="lt1"/>
              </a:buClr>
              <a:buSzPts val="2000"/>
              <a:buNone/>
            </a:pPr>
            <a:r>
              <a:rPr b="1" lang="en-US"/>
              <a:t>ROUTES</a:t>
            </a:r>
            <a:endParaRPr/>
          </a:p>
          <a:p>
            <a:pPr indent="0" lvl="0" marL="0" rtl="0" algn="ctr">
              <a:lnSpc>
                <a:spcPct val="120000"/>
              </a:lnSpc>
              <a:spcBef>
                <a:spcPts val="0"/>
              </a:spcBef>
              <a:spcAft>
                <a:spcPts val="0"/>
              </a:spcAft>
              <a:buClr>
                <a:schemeClr val="lt1"/>
              </a:buClr>
              <a:buSzPts val="2000"/>
              <a:buNone/>
            </a:pPr>
            <a:r>
              <a:t/>
            </a:r>
            <a:endParaRPr b="1"/>
          </a:p>
          <a:p>
            <a:pPr indent="0" lvl="0" marL="0" rtl="0" algn="ctr">
              <a:lnSpc>
                <a:spcPct val="120000"/>
              </a:lnSpc>
              <a:spcBef>
                <a:spcPts val="0"/>
              </a:spcBef>
              <a:spcAft>
                <a:spcPts val="0"/>
              </a:spcAft>
              <a:buNone/>
            </a:pPr>
            <a:r>
              <a:rPr b="1" lang="en-US"/>
              <a:t>SERVER</a:t>
            </a:r>
            <a:endParaRPr/>
          </a:p>
          <a:p>
            <a:pPr indent="0" lvl="0" marL="0" rtl="0" algn="l">
              <a:lnSpc>
                <a:spcPct val="90000"/>
              </a:lnSpc>
              <a:spcBef>
                <a:spcPts val="0"/>
              </a:spcBef>
              <a:spcAft>
                <a:spcPts val="0"/>
              </a:spcAft>
              <a:buClr>
                <a:schemeClr val="lt1"/>
              </a:buClr>
              <a:buSzPts val="2000"/>
              <a:buFont typeface="Arial"/>
              <a:buNone/>
            </a:pPr>
            <a:r>
              <a:t/>
            </a:r>
            <a:endParaRPr/>
          </a:p>
          <a:p>
            <a:pPr indent="0" lvl="0" marL="0" rtl="0" algn="l">
              <a:lnSpc>
                <a:spcPct val="90000"/>
              </a:lnSpc>
              <a:spcBef>
                <a:spcPts val="0"/>
              </a:spcBef>
              <a:spcAft>
                <a:spcPts val="0"/>
              </a:spcAft>
              <a:buClr>
                <a:schemeClr val="lt1"/>
              </a:buClr>
              <a:buSzPts val="2000"/>
              <a:buNone/>
            </a:pPr>
            <a:r>
              <a:t/>
            </a:r>
            <a:endParaRPr/>
          </a:p>
        </p:txBody>
      </p:sp>
      <p:pic>
        <p:nvPicPr>
          <p:cNvPr id="192" name="Google Shape;192;p8" title="Image 21-08-2025 at 10.17 (1).jpg"/>
          <p:cNvPicPr preferRelativeResize="0"/>
          <p:nvPr/>
        </p:nvPicPr>
        <p:blipFill>
          <a:blip r:embed="rId3">
            <a:alphaModFix/>
          </a:blip>
          <a:stretch>
            <a:fillRect/>
          </a:stretch>
        </p:blipFill>
        <p:spPr>
          <a:xfrm>
            <a:off x="308325" y="1039900"/>
            <a:ext cx="4197875" cy="5411451"/>
          </a:xfrm>
          <a:prstGeom prst="rect">
            <a:avLst/>
          </a:prstGeom>
          <a:noFill/>
          <a:ln>
            <a:noFill/>
          </a:ln>
        </p:spPr>
      </p:pic>
      <p:pic>
        <p:nvPicPr>
          <p:cNvPr id="193" name="Google Shape;193;p8" title="Image 21-08-2025 at 10.17 (2).jpg"/>
          <p:cNvPicPr preferRelativeResize="0"/>
          <p:nvPr/>
        </p:nvPicPr>
        <p:blipFill>
          <a:blip r:embed="rId4">
            <a:alphaModFix/>
          </a:blip>
          <a:stretch>
            <a:fillRect/>
          </a:stretch>
        </p:blipFill>
        <p:spPr>
          <a:xfrm>
            <a:off x="7479325" y="1133425"/>
            <a:ext cx="4497926" cy="4747324"/>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sp>
        <p:nvSpPr>
          <p:cNvPr id="198" name="Google Shape;198;p9"/>
          <p:cNvSpPr txBox="1"/>
          <p:nvPr>
            <p:ph type="ctrTitle"/>
          </p:nvPr>
        </p:nvSpPr>
        <p:spPr>
          <a:xfrm>
            <a:off x="807522" y="0"/>
            <a:ext cx="10576956" cy="1039895"/>
          </a:xfrm>
          <a:prstGeom prst="rect">
            <a:avLst/>
          </a:prstGeom>
          <a:noFill/>
          <a:ln>
            <a:noFill/>
          </a:ln>
        </p:spPr>
        <p:txBody>
          <a:bodyPr anchorCtr="0" anchor="b" bIns="45700" lIns="91425" spcFirstLastPara="1" rIns="91425" wrap="square" tIns="45700">
            <a:normAutofit fontScale="90000"/>
          </a:bodyPr>
          <a:lstStyle/>
          <a:p>
            <a:pPr indent="0" lvl="0" marL="0" rtl="0" algn="l">
              <a:lnSpc>
                <a:spcPct val="90000"/>
              </a:lnSpc>
              <a:spcBef>
                <a:spcPts val="0"/>
              </a:spcBef>
              <a:spcAft>
                <a:spcPts val="0"/>
              </a:spcAft>
              <a:buClr>
                <a:schemeClr val="lt1"/>
              </a:buClr>
              <a:buSzPct val="100000"/>
              <a:buFont typeface="Century Gothic"/>
              <a:buNone/>
            </a:pPr>
            <a:r>
              <a:rPr lang="en-US"/>
              <a:t>CHALLENGES &amp; ACHIEVEMENTS</a:t>
            </a:r>
            <a:endParaRPr/>
          </a:p>
        </p:txBody>
      </p:sp>
      <p:sp>
        <p:nvSpPr>
          <p:cNvPr id="199" name="Google Shape;199;p9"/>
          <p:cNvSpPr txBox="1"/>
          <p:nvPr>
            <p:ph idx="1" type="subTitle"/>
          </p:nvPr>
        </p:nvSpPr>
        <p:spPr>
          <a:xfrm>
            <a:off x="0" y="1039894"/>
            <a:ext cx="12192000" cy="5818105"/>
          </a:xfrm>
          <a:prstGeom prst="rect">
            <a:avLst/>
          </a:prstGeom>
          <a:noFill/>
          <a:ln>
            <a:noFill/>
          </a:ln>
        </p:spPr>
        <p:txBody>
          <a:bodyPr anchorCtr="0" anchor="t" bIns="45700" lIns="91425" spcFirstLastPara="1" rIns="91425" wrap="square" tIns="45700">
            <a:normAutofit/>
          </a:bodyPr>
          <a:lstStyle/>
          <a:p>
            <a:pPr indent="0" lvl="0" marL="0" rtl="0" algn="ctr">
              <a:lnSpc>
                <a:spcPct val="100000"/>
              </a:lnSpc>
              <a:spcBef>
                <a:spcPts val="0"/>
              </a:spcBef>
              <a:spcAft>
                <a:spcPts val="0"/>
              </a:spcAft>
              <a:buClr>
                <a:schemeClr val="lt1"/>
              </a:buClr>
              <a:buSzPts val="2000"/>
              <a:buNone/>
            </a:pPr>
            <a:r>
              <a:rPr b="1" lang="en-US" sz="3000"/>
              <a:t>CHALLENGES</a:t>
            </a:r>
            <a:endParaRPr sz="3000"/>
          </a:p>
          <a:p>
            <a:pPr indent="-190500" lvl="0" marL="0" rtl="0" algn="ctr">
              <a:lnSpc>
                <a:spcPct val="100000"/>
              </a:lnSpc>
              <a:spcBef>
                <a:spcPts val="0"/>
              </a:spcBef>
              <a:spcAft>
                <a:spcPts val="0"/>
              </a:spcAft>
              <a:buClr>
                <a:schemeClr val="lt1"/>
              </a:buClr>
              <a:buSzPts val="3000"/>
              <a:buFont typeface="Arial"/>
              <a:buChar char="•"/>
            </a:pPr>
            <a:r>
              <a:rPr b="0" i="0" lang="en-US" sz="3000" u="none" strike="noStrike">
                <a:latin typeface="Arial"/>
                <a:ea typeface="Arial"/>
                <a:cs typeface="Arial"/>
                <a:sym typeface="Arial"/>
              </a:rPr>
              <a:t>Debuggin</a:t>
            </a:r>
            <a:r>
              <a:rPr lang="en-US" sz="3000">
                <a:latin typeface="Arial"/>
                <a:ea typeface="Arial"/>
                <a:cs typeface="Arial"/>
                <a:sym typeface="Arial"/>
              </a:rPr>
              <a:t>g issues</a:t>
            </a:r>
            <a:endParaRPr sz="3000"/>
          </a:p>
          <a:p>
            <a:pPr indent="0" lvl="0" marL="0" rtl="0" algn="ctr">
              <a:lnSpc>
                <a:spcPct val="100000"/>
              </a:lnSpc>
              <a:spcBef>
                <a:spcPts val="0"/>
              </a:spcBef>
              <a:spcAft>
                <a:spcPts val="0"/>
              </a:spcAft>
              <a:buClr>
                <a:schemeClr val="lt1"/>
              </a:buClr>
              <a:buSzPts val="2600"/>
              <a:buFont typeface="Arial"/>
              <a:buNone/>
            </a:pPr>
            <a:r>
              <a:t/>
            </a:r>
            <a:endParaRPr b="1" sz="3000">
              <a:solidFill>
                <a:srgbClr val="000000"/>
              </a:solidFill>
              <a:latin typeface="Arial"/>
              <a:ea typeface="Arial"/>
              <a:cs typeface="Arial"/>
              <a:sym typeface="Arial"/>
            </a:endParaRPr>
          </a:p>
          <a:p>
            <a:pPr indent="0" lvl="0" marL="0" rtl="0" algn="ctr">
              <a:lnSpc>
                <a:spcPct val="100000"/>
              </a:lnSpc>
              <a:spcBef>
                <a:spcPts val="0"/>
              </a:spcBef>
              <a:spcAft>
                <a:spcPts val="0"/>
              </a:spcAft>
              <a:buClr>
                <a:schemeClr val="lt1"/>
              </a:buClr>
              <a:buSzPts val="2000"/>
              <a:buNone/>
            </a:pPr>
            <a:r>
              <a:rPr b="1" lang="en-US" sz="3000"/>
              <a:t>ACHIEVEMENTS</a:t>
            </a:r>
            <a:endParaRPr sz="3000"/>
          </a:p>
          <a:p>
            <a:pPr indent="-190500" lvl="0" marL="0" rtl="0" algn="ctr">
              <a:lnSpc>
                <a:spcPct val="100000"/>
              </a:lnSpc>
              <a:spcBef>
                <a:spcPts val="0"/>
              </a:spcBef>
              <a:spcAft>
                <a:spcPts val="0"/>
              </a:spcAft>
              <a:buClr>
                <a:schemeClr val="lt1"/>
              </a:buClr>
              <a:buSzPts val="3000"/>
              <a:buFont typeface="Arial"/>
              <a:buChar char="•"/>
            </a:pPr>
            <a:r>
              <a:rPr i="0" lang="en-US" sz="3000" u="none" strike="noStrike">
                <a:latin typeface="Arial"/>
                <a:ea typeface="Arial"/>
                <a:cs typeface="Arial"/>
                <a:sym typeface="Arial"/>
              </a:rPr>
              <a:t>Delivered all core backend features</a:t>
            </a:r>
            <a:endParaRPr i="0" sz="3000" u="none" strike="noStrike">
              <a:latin typeface="Arial"/>
              <a:ea typeface="Arial"/>
              <a:cs typeface="Arial"/>
              <a:sym typeface="Arial"/>
            </a:endParaRPr>
          </a:p>
          <a:p>
            <a:pPr indent="0" lvl="0" marL="0" rtl="0" algn="ctr">
              <a:lnSpc>
                <a:spcPct val="100000"/>
              </a:lnSpc>
              <a:spcBef>
                <a:spcPts val="0"/>
              </a:spcBef>
              <a:spcAft>
                <a:spcPts val="0"/>
              </a:spcAft>
              <a:buNone/>
            </a:pPr>
            <a:r>
              <a:t/>
            </a:r>
            <a:endParaRPr>
              <a:latin typeface="Arial"/>
              <a:ea typeface="Arial"/>
              <a:cs typeface="Arial"/>
              <a:sym typeface="Arial"/>
            </a:endParaRPr>
          </a:p>
          <a:p>
            <a:pPr indent="0" lvl="0" marL="0" rtl="0" algn="ctr">
              <a:lnSpc>
                <a:spcPct val="100000"/>
              </a:lnSpc>
              <a:spcBef>
                <a:spcPts val="0"/>
              </a:spcBef>
              <a:spcAft>
                <a:spcPts val="0"/>
              </a:spcAft>
              <a:buNone/>
            </a:pPr>
            <a:r>
              <a:t/>
            </a:r>
            <a:endParaRPr/>
          </a:p>
          <a:p>
            <a:pPr indent="0" lvl="0" marL="0" rtl="0" algn="l">
              <a:lnSpc>
                <a:spcPct val="90000"/>
              </a:lnSpc>
              <a:spcBef>
                <a:spcPts val="0"/>
              </a:spcBef>
              <a:spcAft>
                <a:spcPts val="0"/>
              </a:spcAft>
              <a:buClr>
                <a:schemeClr val="lt1"/>
              </a:buClr>
              <a:buSzPts val="2000"/>
              <a:buNone/>
            </a:pPr>
            <a:r>
              <a:t/>
            </a:r>
            <a:endParaRPr b="0" i="0" u="none" strike="noStrike">
              <a:solidFill>
                <a:srgbClr val="000000"/>
              </a:solidFill>
              <a:latin typeface="Arial"/>
              <a:ea typeface="Arial"/>
              <a:cs typeface="Arial"/>
              <a:sym typeface="Arial"/>
            </a:endParaRPr>
          </a:p>
          <a:p>
            <a:pPr indent="0" lvl="0" marL="0" rtl="0" algn="l">
              <a:lnSpc>
                <a:spcPct val="90000"/>
              </a:lnSpc>
              <a:spcBef>
                <a:spcPts val="0"/>
              </a:spcBef>
              <a:spcAft>
                <a:spcPts val="0"/>
              </a:spcAft>
              <a:buClr>
                <a:schemeClr val="lt1"/>
              </a:buClr>
              <a:buSzPts val="2000"/>
              <a:buNone/>
            </a:pPr>
            <a:r>
              <a:t/>
            </a:r>
            <a:endParaRPr b="1"/>
          </a:p>
          <a:p>
            <a:pPr indent="0" lvl="0" marL="0" rtl="0" algn="l">
              <a:lnSpc>
                <a:spcPct val="90000"/>
              </a:lnSpc>
              <a:spcBef>
                <a:spcPts val="0"/>
              </a:spcBef>
              <a:spcAft>
                <a:spcPts val="0"/>
              </a:spcAft>
              <a:buClr>
                <a:schemeClr val="lt1"/>
              </a:buClr>
              <a:buSzPts val="2000"/>
              <a:buNone/>
            </a:pPr>
            <a:r>
              <a:t/>
            </a:r>
            <a:endParaRPr/>
          </a:p>
          <a:p>
            <a:pPr indent="0" lvl="0" marL="0" rtl="0" algn="l">
              <a:lnSpc>
                <a:spcPct val="90000"/>
              </a:lnSpc>
              <a:spcBef>
                <a:spcPts val="0"/>
              </a:spcBef>
              <a:spcAft>
                <a:spcPts val="0"/>
              </a:spcAft>
              <a:buClr>
                <a:schemeClr val="lt1"/>
              </a:buClr>
              <a:buSzPts val="2000"/>
              <a:buNone/>
            </a:pPr>
            <a:r>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 name="Shape 203"/>
        <p:cNvGrpSpPr/>
        <p:nvPr/>
      </p:nvGrpSpPr>
      <p:grpSpPr>
        <a:xfrm>
          <a:off x="0" y="0"/>
          <a:ext cx="0" cy="0"/>
          <a:chOff x="0" y="0"/>
          <a:chExt cx="0" cy="0"/>
        </a:xfrm>
      </p:grpSpPr>
      <p:sp>
        <p:nvSpPr>
          <p:cNvPr id="204" name="Google Shape;204;g376ba3290e5_0_5"/>
          <p:cNvSpPr txBox="1"/>
          <p:nvPr>
            <p:ph type="ctrTitle"/>
          </p:nvPr>
        </p:nvSpPr>
        <p:spPr>
          <a:xfrm>
            <a:off x="1524000" y="0"/>
            <a:ext cx="9144000" cy="1039800"/>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lt1"/>
              </a:buClr>
              <a:buSzPts val="6000"/>
              <a:buFont typeface="Century Gothic"/>
              <a:buNone/>
            </a:pPr>
            <a:r>
              <a:rPr lang="en-US"/>
              <a:t>BEATRICE EMAKPOSE</a:t>
            </a:r>
            <a:endParaRPr/>
          </a:p>
        </p:txBody>
      </p:sp>
      <p:sp>
        <p:nvSpPr>
          <p:cNvPr id="205" name="Google Shape;205;g376ba3290e5_0_5"/>
          <p:cNvSpPr txBox="1"/>
          <p:nvPr>
            <p:ph idx="1" type="subTitle"/>
          </p:nvPr>
        </p:nvSpPr>
        <p:spPr>
          <a:xfrm>
            <a:off x="0" y="1039895"/>
            <a:ext cx="12192000" cy="5313300"/>
          </a:xfrm>
          <a:prstGeom prst="rect">
            <a:avLst/>
          </a:prstGeom>
          <a:noFill/>
          <a:ln>
            <a:noFill/>
          </a:ln>
        </p:spPr>
        <p:txBody>
          <a:bodyPr anchorCtr="0" anchor="t" bIns="45700" lIns="91425" spcFirstLastPara="1" rIns="91425" wrap="square" tIns="45700">
            <a:normAutofit/>
          </a:bodyPr>
          <a:lstStyle/>
          <a:p>
            <a:pPr indent="-425450" lvl="0" marL="342900" rtl="0" algn="l">
              <a:lnSpc>
                <a:spcPct val="90000"/>
              </a:lnSpc>
              <a:spcBef>
                <a:spcPts val="0"/>
              </a:spcBef>
              <a:spcAft>
                <a:spcPts val="0"/>
              </a:spcAft>
              <a:buClr>
                <a:schemeClr val="lt1"/>
              </a:buClr>
              <a:buSzPts val="3300"/>
              <a:buFont typeface="Arial"/>
              <a:buChar char="•"/>
            </a:pPr>
            <a:r>
              <a:rPr lang="en-US" sz="3300"/>
              <a:t>Role: Frontend Developer </a:t>
            </a:r>
            <a:endParaRPr sz="3300"/>
          </a:p>
          <a:p>
            <a:pPr indent="0" lvl="0" marL="0" rtl="0" algn="l">
              <a:lnSpc>
                <a:spcPct val="90000"/>
              </a:lnSpc>
              <a:spcBef>
                <a:spcPts val="0"/>
              </a:spcBef>
              <a:spcAft>
                <a:spcPts val="0"/>
              </a:spcAft>
              <a:buNone/>
            </a:pPr>
            <a:r>
              <a:t/>
            </a:r>
            <a:endParaRPr sz="3300"/>
          </a:p>
          <a:p>
            <a:pPr indent="-425450" lvl="0" marL="342900" rtl="0" algn="l">
              <a:lnSpc>
                <a:spcPct val="90000"/>
              </a:lnSpc>
              <a:spcBef>
                <a:spcPts val="0"/>
              </a:spcBef>
              <a:spcAft>
                <a:spcPts val="0"/>
              </a:spcAft>
              <a:buClr>
                <a:schemeClr val="lt1"/>
              </a:buClr>
              <a:buSzPts val="3300"/>
              <a:buFont typeface="Arial"/>
              <a:buChar char="•"/>
            </a:pPr>
            <a:r>
              <a:rPr lang="en-US" sz="3300"/>
              <a:t>Technologies used: </a:t>
            </a:r>
            <a:endParaRPr sz="3300"/>
          </a:p>
          <a:p>
            <a:pPr indent="0" lvl="1" marL="457200" rtl="0" algn="l">
              <a:lnSpc>
                <a:spcPct val="90000"/>
              </a:lnSpc>
              <a:spcBef>
                <a:spcPts val="0"/>
              </a:spcBef>
              <a:spcAft>
                <a:spcPts val="0"/>
              </a:spcAft>
              <a:buSzPts val="3300"/>
              <a:buNone/>
            </a:pPr>
            <a:r>
              <a:t/>
            </a:r>
            <a:endParaRPr sz="3300"/>
          </a:p>
          <a:p>
            <a:pPr indent="0" lvl="1" marL="457200" rtl="0" algn="l">
              <a:lnSpc>
                <a:spcPct val="90000"/>
              </a:lnSpc>
              <a:spcBef>
                <a:spcPts val="0"/>
              </a:spcBef>
              <a:spcAft>
                <a:spcPts val="0"/>
              </a:spcAft>
              <a:buSzPts val="3300"/>
              <a:buNone/>
            </a:pPr>
            <a:r>
              <a:rPr lang="en-US" sz="3300"/>
              <a:t>- </a:t>
            </a:r>
            <a:r>
              <a:rPr lang="en-US" sz="3300"/>
              <a:t>React (components, props, context)</a:t>
            </a:r>
            <a:endParaRPr sz="3300"/>
          </a:p>
          <a:p>
            <a:pPr indent="0" lvl="0" marL="0" rtl="0" algn="l">
              <a:lnSpc>
                <a:spcPct val="90000"/>
              </a:lnSpc>
              <a:spcBef>
                <a:spcPts val="0"/>
              </a:spcBef>
              <a:spcAft>
                <a:spcPts val="0"/>
              </a:spcAft>
              <a:buNone/>
            </a:pPr>
            <a:r>
              <a:rPr lang="en-US" sz="3300"/>
              <a:t>	- CSS (Flexbox with flex-wrap)</a:t>
            </a:r>
            <a:endParaRPr sz="3300"/>
          </a:p>
          <a:p>
            <a:pPr indent="0" lvl="0" marL="0" rtl="0" algn="l">
              <a:lnSpc>
                <a:spcPct val="90000"/>
              </a:lnSpc>
              <a:spcBef>
                <a:spcPts val="0"/>
              </a:spcBef>
              <a:spcAft>
                <a:spcPts val="0"/>
              </a:spcAft>
              <a:buNone/>
            </a:pPr>
            <a:r>
              <a:rPr lang="en-US" sz="3300"/>
              <a:t>	- JSON (mock data for posts + comments)</a:t>
            </a:r>
            <a:endParaRPr sz="3300"/>
          </a:p>
          <a:p>
            <a:pPr indent="0" lvl="0" marL="0" rtl="0" algn="l">
              <a:lnSpc>
                <a:spcPct val="90000"/>
              </a:lnSpc>
              <a:spcBef>
                <a:spcPts val="0"/>
              </a:spcBef>
              <a:spcAft>
                <a:spcPts val="0"/>
              </a:spcAft>
              <a:buNone/>
            </a:pPr>
            <a:r>
              <a:rPr lang="en-US" sz="3300"/>
              <a:t>	- Figma (UI design reference)</a:t>
            </a:r>
            <a:endParaRPr sz="3300"/>
          </a:p>
          <a:p>
            <a:pPr indent="0" lvl="0" marL="0" rtl="0" algn="l">
              <a:lnSpc>
                <a:spcPct val="90000"/>
              </a:lnSpc>
              <a:spcBef>
                <a:spcPts val="0"/>
              </a:spcBef>
              <a:spcAft>
                <a:spcPts val="0"/>
              </a:spcAft>
              <a:buNone/>
            </a:pPr>
            <a:r>
              <a:rPr lang="en-US" sz="3300"/>
              <a:t>      </a:t>
            </a:r>
            <a:endParaRPr sz="3300"/>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 name="Shape 209"/>
        <p:cNvGrpSpPr/>
        <p:nvPr/>
      </p:nvGrpSpPr>
      <p:grpSpPr>
        <a:xfrm>
          <a:off x="0" y="0"/>
          <a:ext cx="0" cy="0"/>
          <a:chOff x="0" y="0"/>
          <a:chExt cx="0" cy="0"/>
        </a:xfrm>
      </p:grpSpPr>
      <p:sp>
        <p:nvSpPr>
          <p:cNvPr id="210" name="Google Shape;210;p10"/>
          <p:cNvSpPr txBox="1"/>
          <p:nvPr>
            <p:ph type="ctrTitle"/>
          </p:nvPr>
        </p:nvSpPr>
        <p:spPr>
          <a:xfrm>
            <a:off x="3072775" y="0"/>
            <a:ext cx="6241500" cy="1039800"/>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lt1"/>
              </a:buClr>
              <a:buSzPts val="6000"/>
              <a:buFont typeface="Century Gothic"/>
              <a:buNone/>
            </a:pPr>
            <a:r>
              <a:rPr lang="en-US"/>
              <a:t>Features Added</a:t>
            </a:r>
            <a:endParaRPr/>
          </a:p>
        </p:txBody>
      </p:sp>
      <p:sp>
        <p:nvSpPr>
          <p:cNvPr id="211" name="Google Shape;211;p10"/>
          <p:cNvSpPr txBox="1"/>
          <p:nvPr>
            <p:ph idx="1" type="subTitle"/>
          </p:nvPr>
        </p:nvSpPr>
        <p:spPr>
          <a:xfrm>
            <a:off x="1547125" y="1516650"/>
            <a:ext cx="9476100" cy="3824700"/>
          </a:xfrm>
          <a:prstGeom prst="rect">
            <a:avLst/>
          </a:prstGeom>
          <a:noFill/>
          <a:ln>
            <a:noFill/>
          </a:ln>
        </p:spPr>
        <p:txBody>
          <a:bodyPr anchorCtr="0" anchor="t" bIns="45700" lIns="91425" spcFirstLastPara="1" rIns="91425" wrap="square" tIns="45700">
            <a:normAutofit/>
          </a:bodyPr>
          <a:lstStyle/>
          <a:p>
            <a:pPr indent="-342900" lvl="0" marL="342900" rtl="0" algn="l">
              <a:lnSpc>
                <a:spcPct val="90000"/>
              </a:lnSpc>
              <a:spcBef>
                <a:spcPts val="1000"/>
              </a:spcBef>
              <a:spcAft>
                <a:spcPts val="0"/>
              </a:spcAft>
              <a:buClr>
                <a:schemeClr val="lt1"/>
              </a:buClr>
              <a:buSzPts val="2000"/>
              <a:buFont typeface="Arial"/>
              <a:buChar char="•"/>
            </a:pPr>
            <a:r>
              <a:rPr lang="en-US"/>
              <a:t>Built a posts preview feed that </a:t>
            </a:r>
            <a:r>
              <a:rPr lang="en-US"/>
              <a:t>displays all posts in a responsive, reusable layout </a:t>
            </a:r>
            <a:endParaRPr/>
          </a:p>
          <a:p>
            <a:pPr indent="0" lvl="0" marL="0" rtl="0" algn="l">
              <a:lnSpc>
                <a:spcPct val="90000"/>
              </a:lnSpc>
              <a:spcBef>
                <a:spcPts val="1000"/>
              </a:spcBef>
              <a:spcAft>
                <a:spcPts val="0"/>
              </a:spcAft>
              <a:buNone/>
            </a:pPr>
            <a:r>
              <a:t/>
            </a:r>
            <a:endParaRPr/>
          </a:p>
          <a:p>
            <a:pPr indent="-342900" lvl="0" marL="342900" rtl="0" algn="l">
              <a:lnSpc>
                <a:spcPct val="90000"/>
              </a:lnSpc>
              <a:spcBef>
                <a:spcPts val="1000"/>
              </a:spcBef>
              <a:spcAft>
                <a:spcPts val="0"/>
              </a:spcAft>
              <a:buSzPts val="2000"/>
              <a:buChar char="•"/>
            </a:pPr>
            <a:r>
              <a:rPr lang="en-US"/>
              <a:t>Created a Postcard component showing avatar, name, image, likes and comments </a:t>
            </a:r>
            <a:endParaRPr/>
          </a:p>
          <a:p>
            <a:pPr indent="0" lvl="0" marL="0" rtl="0" algn="l">
              <a:lnSpc>
                <a:spcPct val="90000"/>
              </a:lnSpc>
              <a:spcBef>
                <a:spcPts val="1000"/>
              </a:spcBef>
              <a:spcAft>
                <a:spcPts val="0"/>
              </a:spcAft>
              <a:buNone/>
            </a:pPr>
            <a:r>
              <a:t/>
            </a:r>
            <a:endParaRPr/>
          </a:p>
          <a:p>
            <a:pPr indent="-342900" lvl="0" marL="342900" rtl="0" algn="l">
              <a:lnSpc>
                <a:spcPct val="90000"/>
              </a:lnSpc>
              <a:spcBef>
                <a:spcPts val="1000"/>
              </a:spcBef>
              <a:spcAft>
                <a:spcPts val="0"/>
              </a:spcAft>
              <a:buSzPts val="2000"/>
              <a:buChar char="•"/>
            </a:pPr>
            <a:r>
              <a:rPr lang="en-US"/>
              <a:t>Added mock data (Captions + comments) to stimulates real user interactions</a:t>
            </a:r>
            <a:endParaRPr/>
          </a:p>
          <a:p>
            <a:pPr indent="0" lvl="0" marL="0" rtl="0" algn="l">
              <a:lnSpc>
                <a:spcPct val="90000"/>
              </a:lnSpc>
              <a:spcBef>
                <a:spcPts val="1000"/>
              </a:spcBef>
              <a:spcAft>
                <a:spcPts val="0"/>
              </a:spcAft>
              <a:buNone/>
            </a:pPr>
            <a:r>
              <a:t/>
            </a:r>
            <a:endParaRPr/>
          </a:p>
          <a:p>
            <a:pPr indent="-342900" lvl="0" marL="342900" rtl="0" algn="l">
              <a:lnSpc>
                <a:spcPct val="90000"/>
              </a:lnSpc>
              <a:spcBef>
                <a:spcPts val="1000"/>
              </a:spcBef>
              <a:spcAft>
                <a:spcPts val="0"/>
              </a:spcAft>
              <a:buSzPts val="2000"/>
              <a:buChar char="•"/>
            </a:pPr>
            <a:r>
              <a:rPr lang="en-US"/>
              <a:t>Integrated feed into the Home page using usePosts context </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5" name="Shape 215"/>
        <p:cNvGrpSpPr/>
        <p:nvPr/>
      </p:nvGrpSpPr>
      <p:grpSpPr>
        <a:xfrm>
          <a:off x="0" y="0"/>
          <a:ext cx="0" cy="0"/>
          <a:chOff x="0" y="0"/>
          <a:chExt cx="0" cy="0"/>
        </a:xfrm>
      </p:grpSpPr>
      <p:sp>
        <p:nvSpPr>
          <p:cNvPr id="216" name="Google Shape;216;g376ba3290e5_0_10"/>
          <p:cNvSpPr txBox="1"/>
          <p:nvPr>
            <p:ph type="ctrTitle"/>
          </p:nvPr>
        </p:nvSpPr>
        <p:spPr>
          <a:xfrm>
            <a:off x="3072775" y="0"/>
            <a:ext cx="6241500" cy="1039800"/>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lt1"/>
              </a:buClr>
              <a:buSzPts val="6000"/>
              <a:buFont typeface="Century Gothic"/>
              <a:buNone/>
            </a:pPr>
            <a:r>
              <a:rPr lang="en-US"/>
              <a:t>Challenges</a:t>
            </a:r>
            <a:endParaRPr/>
          </a:p>
        </p:txBody>
      </p:sp>
      <p:sp>
        <p:nvSpPr>
          <p:cNvPr id="217" name="Google Shape;217;g376ba3290e5_0_10"/>
          <p:cNvSpPr txBox="1"/>
          <p:nvPr>
            <p:ph idx="1" type="subTitle"/>
          </p:nvPr>
        </p:nvSpPr>
        <p:spPr>
          <a:xfrm>
            <a:off x="1547125" y="1516650"/>
            <a:ext cx="9476100" cy="3824700"/>
          </a:xfrm>
          <a:prstGeom prst="rect">
            <a:avLst/>
          </a:prstGeom>
          <a:noFill/>
          <a:ln>
            <a:noFill/>
          </a:ln>
        </p:spPr>
        <p:txBody>
          <a:bodyPr anchorCtr="0" anchor="t" bIns="45700" lIns="91425" spcFirstLastPara="1" rIns="91425" wrap="square" tIns="45700">
            <a:normAutofit/>
          </a:bodyPr>
          <a:lstStyle/>
          <a:p>
            <a:pPr indent="-342900" lvl="0" marL="342900" rtl="0" algn="l">
              <a:lnSpc>
                <a:spcPct val="90000"/>
              </a:lnSpc>
              <a:spcBef>
                <a:spcPts val="1000"/>
              </a:spcBef>
              <a:spcAft>
                <a:spcPts val="0"/>
              </a:spcAft>
              <a:buClr>
                <a:schemeClr val="lt1"/>
              </a:buClr>
              <a:buSzPts val="2000"/>
              <a:buFont typeface="Arial"/>
              <a:buChar char="•"/>
            </a:pPr>
            <a:r>
              <a:rPr lang="en-US"/>
              <a:t>Mapping Figma design into </a:t>
            </a:r>
            <a:r>
              <a:rPr lang="en-US"/>
              <a:t>reusable</a:t>
            </a:r>
            <a:r>
              <a:rPr lang="en-US"/>
              <a:t> components </a:t>
            </a:r>
            <a:endParaRPr/>
          </a:p>
          <a:p>
            <a:pPr indent="0" lvl="0" marL="0" rtl="0" algn="l">
              <a:lnSpc>
                <a:spcPct val="90000"/>
              </a:lnSpc>
              <a:spcBef>
                <a:spcPts val="1000"/>
              </a:spcBef>
              <a:spcAft>
                <a:spcPts val="0"/>
              </a:spcAft>
              <a:buNone/>
            </a:pPr>
            <a:r>
              <a:t/>
            </a:r>
            <a:endParaRPr/>
          </a:p>
          <a:p>
            <a:pPr indent="-342900" lvl="0" marL="342900" rtl="0" algn="l">
              <a:lnSpc>
                <a:spcPct val="90000"/>
              </a:lnSpc>
              <a:spcBef>
                <a:spcPts val="1000"/>
              </a:spcBef>
              <a:spcAft>
                <a:spcPts val="0"/>
              </a:spcAft>
              <a:buSzPts val="2000"/>
              <a:buChar char="•"/>
            </a:pPr>
            <a:r>
              <a:rPr lang="en-US"/>
              <a:t>Ensuring posts render correctly whether passed as a single post or array.</a:t>
            </a:r>
            <a:endParaRPr/>
          </a:p>
          <a:p>
            <a:pPr indent="0" lvl="0" marL="0" rtl="0" algn="l">
              <a:lnSpc>
                <a:spcPct val="90000"/>
              </a:lnSpc>
              <a:spcBef>
                <a:spcPts val="1000"/>
              </a:spcBef>
              <a:spcAft>
                <a:spcPts val="0"/>
              </a:spcAft>
              <a:buNone/>
            </a:pPr>
            <a:r>
              <a:t/>
            </a:r>
            <a:endParaRPr/>
          </a:p>
          <a:p>
            <a:pPr indent="-342900" lvl="0" marL="342900" rtl="0" algn="l">
              <a:lnSpc>
                <a:spcPct val="90000"/>
              </a:lnSpc>
              <a:spcBef>
                <a:spcPts val="1000"/>
              </a:spcBef>
              <a:spcAft>
                <a:spcPts val="0"/>
              </a:spcAft>
              <a:buSzPts val="2000"/>
              <a:buChar char="•"/>
            </a:pPr>
            <a:r>
              <a:rPr lang="en-US"/>
              <a:t>Case sensitivity errors in Vite (e.g. file/components)</a:t>
            </a:r>
            <a:endParaRPr/>
          </a:p>
          <a:p>
            <a:pPr indent="0" lvl="0" marL="0" rtl="0" algn="l">
              <a:lnSpc>
                <a:spcPct val="90000"/>
              </a:lnSpc>
              <a:spcBef>
                <a:spcPts val="1000"/>
              </a:spcBef>
              <a:spcAft>
                <a:spcPts val="0"/>
              </a:spcAft>
              <a:buNone/>
            </a:pPr>
            <a:r>
              <a:t/>
            </a:r>
            <a:endParaRPr/>
          </a:p>
          <a:p>
            <a:pPr indent="-342900" lvl="0" marL="342900" rtl="0" algn="l">
              <a:lnSpc>
                <a:spcPct val="90000"/>
              </a:lnSpc>
              <a:spcBef>
                <a:spcPts val="1000"/>
              </a:spcBef>
              <a:spcAft>
                <a:spcPts val="0"/>
              </a:spcAft>
              <a:buSzPts val="2000"/>
              <a:buChar char="•"/>
            </a:pPr>
            <a:r>
              <a:rPr lang="en-US"/>
              <a:t>Handling fall back logic for </a:t>
            </a:r>
            <a:r>
              <a:rPr lang="en-US"/>
              <a:t>missing avatars </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1" name="Shape 221"/>
        <p:cNvGrpSpPr/>
        <p:nvPr/>
      </p:nvGrpSpPr>
      <p:grpSpPr>
        <a:xfrm>
          <a:off x="0" y="0"/>
          <a:ext cx="0" cy="0"/>
          <a:chOff x="0" y="0"/>
          <a:chExt cx="0" cy="0"/>
        </a:xfrm>
      </p:grpSpPr>
      <p:sp>
        <p:nvSpPr>
          <p:cNvPr id="222" name="Google Shape;222;g376ba3290e5_0_15"/>
          <p:cNvSpPr txBox="1"/>
          <p:nvPr>
            <p:ph type="ctrTitle"/>
          </p:nvPr>
        </p:nvSpPr>
        <p:spPr>
          <a:xfrm>
            <a:off x="3072775" y="0"/>
            <a:ext cx="6241500" cy="1039800"/>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lt1"/>
              </a:buClr>
              <a:buSzPts val="6000"/>
              <a:buFont typeface="Century Gothic"/>
              <a:buNone/>
            </a:pPr>
            <a:r>
              <a:rPr lang="en-US"/>
              <a:t>Achievements</a:t>
            </a:r>
            <a:endParaRPr/>
          </a:p>
        </p:txBody>
      </p:sp>
      <p:sp>
        <p:nvSpPr>
          <p:cNvPr id="223" name="Google Shape;223;g376ba3290e5_0_15"/>
          <p:cNvSpPr txBox="1"/>
          <p:nvPr>
            <p:ph idx="1" type="subTitle"/>
          </p:nvPr>
        </p:nvSpPr>
        <p:spPr>
          <a:xfrm>
            <a:off x="1547125" y="1516650"/>
            <a:ext cx="9476100" cy="3824700"/>
          </a:xfrm>
          <a:prstGeom prst="rect">
            <a:avLst/>
          </a:prstGeom>
          <a:noFill/>
          <a:ln>
            <a:noFill/>
          </a:ln>
        </p:spPr>
        <p:txBody>
          <a:bodyPr anchorCtr="0" anchor="t" bIns="45700" lIns="91425" spcFirstLastPara="1" rIns="91425" wrap="square" tIns="45700">
            <a:normAutofit/>
          </a:bodyPr>
          <a:lstStyle/>
          <a:p>
            <a:pPr indent="-342900" lvl="0" marL="342900" rtl="0" algn="l">
              <a:lnSpc>
                <a:spcPct val="90000"/>
              </a:lnSpc>
              <a:spcBef>
                <a:spcPts val="1000"/>
              </a:spcBef>
              <a:spcAft>
                <a:spcPts val="0"/>
              </a:spcAft>
              <a:buClr>
                <a:schemeClr val="lt1"/>
              </a:buClr>
              <a:buSzPts val="2000"/>
              <a:buFont typeface="Arial"/>
              <a:buChar char="•"/>
            </a:pPr>
            <a:r>
              <a:rPr lang="en-US"/>
              <a:t>Delivered a pixel-aligned, responsive feed using flex-wrap. </a:t>
            </a:r>
            <a:endParaRPr/>
          </a:p>
          <a:p>
            <a:pPr indent="0" lvl="0" marL="0" rtl="0" algn="l">
              <a:lnSpc>
                <a:spcPct val="90000"/>
              </a:lnSpc>
              <a:spcBef>
                <a:spcPts val="1000"/>
              </a:spcBef>
              <a:spcAft>
                <a:spcPts val="0"/>
              </a:spcAft>
              <a:buNone/>
            </a:pPr>
            <a:r>
              <a:t/>
            </a:r>
            <a:endParaRPr/>
          </a:p>
          <a:p>
            <a:pPr indent="-342900" lvl="0" marL="342900" rtl="0" algn="l">
              <a:lnSpc>
                <a:spcPct val="90000"/>
              </a:lnSpc>
              <a:spcBef>
                <a:spcPts val="1000"/>
              </a:spcBef>
              <a:spcAft>
                <a:spcPts val="0"/>
              </a:spcAft>
              <a:buSzPts val="2000"/>
              <a:buChar char="•"/>
            </a:pPr>
            <a:r>
              <a:rPr lang="en-US"/>
              <a:t>Created </a:t>
            </a:r>
            <a:r>
              <a:rPr lang="en-US"/>
              <a:t>scalable and reusable components (PostsPreviewFeed + PostCard)</a:t>
            </a:r>
            <a:endParaRPr/>
          </a:p>
          <a:p>
            <a:pPr indent="0" lvl="0" marL="0" rtl="0" algn="l">
              <a:lnSpc>
                <a:spcPct val="90000"/>
              </a:lnSpc>
              <a:spcBef>
                <a:spcPts val="1000"/>
              </a:spcBef>
              <a:spcAft>
                <a:spcPts val="0"/>
              </a:spcAft>
              <a:buNone/>
            </a:pPr>
            <a:r>
              <a:t/>
            </a:r>
            <a:endParaRPr/>
          </a:p>
          <a:p>
            <a:pPr indent="-342900" lvl="0" marL="342900" rtl="0" algn="l">
              <a:lnSpc>
                <a:spcPct val="90000"/>
              </a:lnSpc>
              <a:spcBef>
                <a:spcPts val="1000"/>
              </a:spcBef>
              <a:spcAft>
                <a:spcPts val="0"/>
              </a:spcAft>
              <a:buSzPts val="2000"/>
              <a:buChar char="•"/>
            </a:pPr>
            <a:r>
              <a:rPr lang="en-US"/>
              <a:t>Improved data realism with captions + comments JSON</a:t>
            </a:r>
            <a:endParaRPr/>
          </a:p>
          <a:p>
            <a:pPr indent="0" lvl="0" marL="0" rtl="0" algn="l">
              <a:lnSpc>
                <a:spcPct val="90000"/>
              </a:lnSpc>
              <a:spcBef>
                <a:spcPts val="1000"/>
              </a:spcBef>
              <a:spcAft>
                <a:spcPts val="0"/>
              </a:spcAft>
              <a:buNone/>
            </a:pPr>
            <a:r>
              <a:t/>
            </a:r>
            <a:endParaRPr/>
          </a:p>
          <a:p>
            <a:pPr indent="-342900" lvl="0" marL="342900" rtl="0" algn="l">
              <a:lnSpc>
                <a:spcPct val="90000"/>
              </a:lnSpc>
              <a:spcBef>
                <a:spcPts val="1000"/>
              </a:spcBef>
              <a:spcAft>
                <a:spcPts val="0"/>
              </a:spcAft>
              <a:buSzPts val="2000"/>
              <a:buChar char="•"/>
            </a:pPr>
            <a:r>
              <a:rPr lang="en-US"/>
              <a:t>Strengthened UI consistency across pages. </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sp>
        <p:nvSpPr>
          <p:cNvPr id="228" name="Google Shape;228;p11"/>
          <p:cNvSpPr txBox="1"/>
          <p:nvPr>
            <p:ph type="ctrTitle"/>
          </p:nvPr>
        </p:nvSpPr>
        <p:spPr>
          <a:xfrm>
            <a:off x="1524000" y="0"/>
            <a:ext cx="9144000" cy="1039895"/>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lt1"/>
              </a:buClr>
              <a:buSzPts val="6000"/>
              <a:buFont typeface="Century Gothic"/>
              <a:buNone/>
            </a:pPr>
            <a:r>
              <a:rPr lang="en-US"/>
              <a:t>CHARLES RICHER</a:t>
            </a:r>
            <a:endParaRPr/>
          </a:p>
        </p:txBody>
      </p:sp>
      <p:sp>
        <p:nvSpPr>
          <p:cNvPr id="229" name="Google Shape;229;p11"/>
          <p:cNvSpPr txBox="1"/>
          <p:nvPr>
            <p:ph idx="1" type="subTitle"/>
          </p:nvPr>
        </p:nvSpPr>
        <p:spPr>
          <a:xfrm>
            <a:off x="0" y="1039895"/>
            <a:ext cx="12192000" cy="5313404"/>
          </a:xfrm>
          <a:prstGeom prst="rect">
            <a:avLst/>
          </a:prstGeom>
          <a:noFill/>
          <a:ln>
            <a:noFill/>
          </a:ln>
        </p:spPr>
        <p:txBody>
          <a:bodyPr anchorCtr="0" anchor="t" bIns="45700" lIns="91425" spcFirstLastPara="1" rIns="91425" wrap="square" tIns="45700">
            <a:normAutofit/>
          </a:bodyPr>
          <a:lstStyle/>
          <a:p>
            <a:pPr indent="-127000" lvl="0" marL="0" rtl="0" algn="l">
              <a:spcBef>
                <a:spcPts val="0"/>
              </a:spcBef>
              <a:spcAft>
                <a:spcPts val="0"/>
              </a:spcAft>
              <a:buSzPts val="2000"/>
              <a:buChar char="•"/>
            </a:pPr>
            <a:r>
              <a:rPr lang="en-US"/>
              <a:t>Role: Frontend Developer</a:t>
            </a:r>
            <a:endParaRPr/>
          </a:p>
          <a:p>
            <a:pPr indent="-127000" lvl="0" marL="0" rtl="0" algn="l">
              <a:spcBef>
                <a:spcPts val="1000"/>
              </a:spcBef>
              <a:spcAft>
                <a:spcPts val="0"/>
              </a:spcAft>
              <a:buSzPts val="2000"/>
              <a:buChar char="•"/>
            </a:pPr>
            <a:r>
              <a:rPr lang="en-US"/>
              <a:t>Technologies Used:</a:t>
            </a:r>
            <a:endParaRPr/>
          </a:p>
          <a:p>
            <a:pPr indent="0" lvl="1" marL="457200" rtl="0" algn="l">
              <a:spcBef>
                <a:spcPts val="500"/>
              </a:spcBef>
              <a:spcAft>
                <a:spcPts val="0"/>
              </a:spcAft>
              <a:buSzPts val="2000"/>
              <a:buFont typeface="Courier New"/>
              <a:buNone/>
            </a:pPr>
            <a:r>
              <a:rPr lang="en-US"/>
              <a:t>React / JSX</a:t>
            </a:r>
            <a:endParaRPr/>
          </a:p>
          <a:p>
            <a:pPr indent="0" lvl="1" marL="457200" rtl="0" algn="l">
              <a:spcBef>
                <a:spcPts val="500"/>
              </a:spcBef>
              <a:spcAft>
                <a:spcPts val="0"/>
              </a:spcAft>
              <a:buSzPts val="2000"/>
              <a:buNone/>
            </a:pPr>
            <a:r>
              <a:rPr lang="en-US"/>
              <a:t>HTML &amp; CSS</a:t>
            </a:r>
            <a:endParaRPr/>
          </a:p>
          <a:p>
            <a:pPr indent="0" lvl="1" marL="457200" rtl="0" algn="l">
              <a:spcBef>
                <a:spcPts val="500"/>
              </a:spcBef>
              <a:spcAft>
                <a:spcPts val="0"/>
              </a:spcAft>
              <a:buSzPts val="2000"/>
              <a:buNone/>
            </a:pPr>
            <a:r>
              <a:rPr lang="en-US"/>
              <a:t>JavaScript</a:t>
            </a:r>
            <a:endParaRPr/>
          </a:p>
          <a:p>
            <a:pPr indent="0" lvl="1" marL="457200" rtl="0" algn="l">
              <a:spcBef>
                <a:spcPts val="500"/>
              </a:spcBef>
              <a:spcAft>
                <a:spcPts val="0"/>
              </a:spcAft>
              <a:buSzPts val="2000"/>
              <a:buNone/>
            </a:pPr>
            <a:r>
              <a:t/>
            </a:r>
            <a:endParaRPr/>
          </a:p>
          <a:p>
            <a:pPr indent="-127000" lvl="0" marL="0" rtl="0" algn="l">
              <a:spcBef>
                <a:spcPts val="1000"/>
              </a:spcBef>
              <a:spcAft>
                <a:spcPts val="0"/>
              </a:spcAft>
              <a:buSzPts val="2000"/>
              <a:buChar char="•"/>
            </a:pPr>
            <a:r>
              <a:rPr lang="en-US"/>
              <a:t>Features added:</a:t>
            </a:r>
            <a:endParaRPr/>
          </a:p>
          <a:p>
            <a:pPr indent="0" lvl="1" marL="457200" rtl="0" algn="l">
              <a:spcBef>
                <a:spcPts val="500"/>
              </a:spcBef>
              <a:spcAft>
                <a:spcPts val="0"/>
              </a:spcAft>
              <a:buSzPts val="2000"/>
              <a:buFont typeface="Courier New"/>
              <a:buNone/>
            </a:pPr>
            <a:r>
              <a:rPr lang="en-US"/>
              <a:t>Forms - Login, Registration, Add New Post, Add Comment</a:t>
            </a:r>
            <a:endParaRPr/>
          </a:p>
          <a:p>
            <a:pPr indent="0" lvl="1" marL="457200" rtl="0" algn="l">
              <a:spcBef>
                <a:spcPts val="500"/>
              </a:spcBef>
              <a:spcAft>
                <a:spcPts val="0"/>
              </a:spcAft>
              <a:buSzPts val="2000"/>
              <a:buFont typeface="Courier New"/>
              <a:buNone/>
            </a:pPr>
            <a:r>
              <a:rPr lang="en-US"/>
              <a:t>Modals - View Post</a:t>
            </a:r>
            <a:endParaRPr/>
          </a:p>
          <a:p>
            <a:pPr indent="0" lvl="1" marL="457200" rtl="0" algn="l">
              <a:spcBef>
                <a:spcPts val="500"/>
              </a:spcBef>
              <a:spcAft>
                <a:spcPts val="0"/>
              </a:spcAft>
              <a:buSzPts val="2000"/>
              <a:buFont typeface="Courier New"/>
              <a:buNone/>
            </a:pPr>
            <a:r>
              <a:rPr lang="en-US"/>
              <a:t>Styling - Core Styles, Class Consolidation, Responsive Design</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3" name="Shape 233"/>
        <p:cNvGrpSpPr/>
        <p:nvPr/>
      </p:nvGrpSpPr>
      <p:grpSpPr>
        <a:xfrm>
          <a:off x="0" y="0"/>
          <a:ext cx="0" cy="0"/>
          <a:chOff x="0" y="0"/>
          <a:chExt cx="0" cy="0"/>
        </a:xfrm>
      </p:grpSpPr>
      <p:sp>
        <p:nvSpPr>
          <p:cNvPr id="234" name="Google Shape;234;g3766560ec13_1_0"/>
          <p:cNvSpPr txBox="1"/>
          <p:nvPr>
            <p:ph type="ctrTitle"/>
          </p:nvPr>
        </p:nvSpPr>
        <p:spPr>
          <a:xfrm>
            <a:off x="1524000" y="0"/>
            <a:ext cx="9144000" cy="1039800"/>
          </a:xfrm>
          <a:prstGeom prst="rect">
            <a:avLst/>
          </a:prstGeom>
          <a:noFill/>
          <a:ln>
            <a:noFill/>
          </a:ln>
        </p:spPr>
        <p:txBody>
          <a:bodyPr anchorCtr="0" anchor="b" bIns="45700" lIns="91425" spcFirstLastPara="1" rIns="91425" wrap="square" tIns="45700">
            <a:normAutofit/>
          </a:bodyPr>
          <a:lstStyle/>
          <a:p>
            <a:pPr indent="0" lvl="0" marL="0" rtl="0" algn="ctr">
              <a:lnSpc>
                <a:spcPct val="90000"/>
              </a:lnSpc>
              <a:spcBef>
                <a:spcPts val="0"/>
              </a:spcBef>
              <a:spcAft>
                <a:spcPts val="0"/>
              </a:spcAft>
              <a:buClr>
                <a:schemeClr val="lt1"/>
              </a:buClr>
              <a:buSzPts val="6000"/>
              <a:buFont typeface="Century Gothic"/>
              <a:buNone/>
            </a:pPr>
            <a:r>
              <a:rPr lang="en-US"/>
              <a:t>Frontend Development</a:t>
            </a:r>
            <a:endParaRPr/>
          </a:p>
        </p:txBody>
      </p:sp>
      <p:pic>
        <p:nvPicPr>
          <p:cNvPr id="235" name="Google Shape;235;g3766560ec13_1_0" title="Screenshot 2025-08-19 at 20.20.20.png"/>
          <p:cNvPicPr preferRelativeResize="0"/>
          <p:nvPr/>
        </p:nvPicPr>
        <p:blipFill>
          <a:blip r:embed="rId3">
            <a:alphaModFix/>
          </a:blip>
          <a:stretch>
            <a:fillRect/>
          </a:stretch>
        </p:blipFill>
        <p:spPr>
          <a:xfrm>
            <a:off x="494323" y="2696950"/>
            <a:ext cx="2397311" cy="1810735"/>
          </a:xfrm>
          <a:prstGeom prst="rect">
            <a:avLst/>
          </a:prstGeom>
          <a:noFill/>
          <a:ln>
            <a:noFill/>
          </a:ln>
        </p:spPr>
      </p:pic>
      <p:pic>
        <p:nvPicPr>
          <p:cNvPr id="236" name="Google Shape;236;g3766560ec13_1_0" title="Screenshot 2025-08-19 at 20.20.28.png"/>
          <p:cNvPicPr preferRelativeResize="0"/>
          <p:nvPr/>
        </p:nvPicPr>
        <p:blipFill>
          <a:blip r:embed="rId4">
            <a:alphaModFix/>
          </a:blip>
          <a:stretch>
            <a:fillRect/>
          </a:stretch>
        </p:blipFill>
        <p:spPr>
          <a:xfrm>
            <a:off x="4611612" y="2696950"/>
            <a:ext cx="2318504" cy="3690550"/>
          </a:xfrm>
          <a:prstGeom prst="rect">
            <a:avLst/>
          </a:prstGeom>
          <a:noFill/>
          <a:ln>
            <a:noFill/>
          </a:ln>
        </p:spPr>
      </p:pic>
      <p:pic>
        <p:nvPicPr>
          <p:cNvPr id="237" name="Google Shape;237;g3766560ec13_1_0" title="Screenshot 2025-08-19 at 20.21.17.png"/>
          <p:cNvPicPr preferRelativeResize="0"/>
          <p:nvPr/>
        </p:nvPicPr>
        <p:blipFill>
          <a:blip r:embed="rId5">
            <a:alphaModFix/>
          </a:blip>
          <a:stretch>
            <a:fillRect/>
          </a:stretch>
        </p:blipFill>
        <p:spPr>
          <a:xfrm>
            <a:off x="8650095" y="2696950"/>
            <a:ext cx="2935274" cy="3690550"/>
          </a:xfrm>
          <a:prstGeom prst="rect">
            <a:avLst/>
          </a:prstGeom>
          <a:noFill/>
          <a:ln>
            <a:noFill/>
          </a:ln>
        </p:spPr>
      </p:pic>
      <p:sp>
        <p:nvSpPr>
          <p:cNvPr id="238" name="Google Shape;238;g3766560ec13_1_0"/>
          <p:cNvSpPr txBox="1"/>
          <p:nvPr/>
        </p:nvSpPr>
        <p:spPr>
          <a:xfrm>
            <a:off x="467075" y="2218750"/>
            <a:ext cx="2397300" cy="478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US" sz="2200">
                <a:solidFill>
                  <a:schemeClr val="lt1"/>
                </a:solidFill>
                <a:latin typeface="Century Gothic"/>
                <a:ea typeface="Century Gothic"/>
                <a:cs typeface="Century Gothic"/>
                <a:sym typeface="Century Gothic"/>
              </a:rPr>
              <a:t>Login Form</a:t>
            </a:r>
            <a:endParaRPr sz="2200">
              <a:solidFill>
                <a:schemeClr val="lt1"/>
              </a:solidFill>
              <a:latin typeface="Century Gothic"/>
              <a:ea typeface="Century Gothic"/>
              <a:cs typeface="Century Gothic"/>
              <a:sym typeface="Century Gothic"/>
            </a:endParaRPr>
          </a:p>
        </p:txBody>
      </p:sp>
      <p:sp>
        <p:nvSpPr>
          <p:cNvPr id="239" name="Google Shape;239;g3766560ec13_1_0"/>
          <p:cNvSpPr txBox="1"/>
          <p:nvPr/>
        </p:nvSpPr>
        <p:spPr>
          <a:xfrm>
            <a:off x="4572225" y="1925650"/>
            <a:ext cx="2397300" cy="771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US" sz="2200">
                <a:solidFill>
                  <a:schemeClr val="lt1"/>
                </a:solidFill>
                <a:latin typeface="Century Gothic"/>
                <a:ea typeface="Century Gothic"/>
                <a:cs typeface="Century Gothic"/>
                <a:sym typeface="Century Gothic"/>
              </a:rPr>
              <a:t>Registration Form</a:t>
            </a:r>
            <a:endParaRPr sz="2200">
              <a:solidFill>
                <a:schemeClr val="lt1"/>
              </a:solidFill>
              <a:latin typeface="Century Gothic"/>
              <a:ea typeface="Century Gothic"/>
              <a:cs typeface="Century Gothic"/>
              <a:sym typeface="Century Gothic"/>
            </a:endParaRPr>
          </a:p>
        </p:txBody>
      </p:sp>
      <p:sp>
        <p:nvSpPr>
          <p:cNvPr id="240" name="Google Shape;240;g3766560ec13_1_0"/>
          <p:cNvSpPr txBox="1"/>
          <p:nvPr/>
        </p:nvSpPr>
        <p:spPr>
          <a:xfrm>
            <a:off x="8919088" y="1925650"/>
            <a:ext cx="2397300" cy="771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US" sz="2200">
                <a:solidFill>
                  <a:schemeClr val="lt1"/>
                </a:solidFill>
                <a:latin typeface="Century Gothic"/>
                <a:ea typeface="Century Gothic"/>
                <a:cs typeface="Century Gothic"/>
                <a:sym typeface="Century Gothic"/>
              </a:rPr>
              <a:t>Add New Post</a:t>
            </a:r>
            <a:r>
              <a:rPr lang="en-US" sz="2200">
                <a:solidFill>
                  <a:schemeClr val="lt1"/>
                </a:solidFill>
                <a:latin typeface="Century Gothic"/>
                <a:ea typeface="Century Gothic"/>
                <a:cs typeface="Century Gothic"/>
                <a:sym typeface="Century Gothic"/>
              </a:rPr>
              <a:t> Form</a:t>
            </a:r>
            <a:endParaRPr sz="2200">
              <a:solidFill>
                <a:schemeClr val="lt1"/>
              </a:solidFill>
              <a:latin typeface="Century Gothic"/>
              <a:ea typeface="Century Gothic"/>
              <a:cs typeface="Century Gothic"/>
              <a:sym typeface="Century Gothic"/>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4" name="Shape 244"/>
        <p:cNvGrpSpPr/>
        <p:nvPr/>
      </p:nvGrpSpPr>
      <p:grpSpPr>
        <a:xfrm>
          <a:off x="0" y="0"/>
          <a:ext cx="0" cy="0"/>
          <a:chOff x="0" y="0"/>
          <a:chExt cx="0" cy="0"/>
        </a:xfrm>
      </p:grpSpPr>
      <p:pic>
        <p:nvPicPr>
          <p:cNvPr id="245" name="Google Shape;245;g3766560ec13_1_12" title="Screenshot 2025-08-19 at 20.45.43.png"/>
          <p:cNvPicPr preferRelativeResize="0"/>
          <p:nvPr/>
        </p:nvPicPr>
        <p:blipFill>
          <a:blip r:embed="rId3">
            <a:alphaModFix/>
          </a:blip>
          <a:stretch>
            <a:fillRect/>
          </a:stretch>
        </p:blipFill>
        <p:spPr>
          <a:xfrm>
            <a:off x="152400" y="152400"/>
            <a:ext cx="7648391" cy="6553199"/>
          </a:xfrm>
          <a:prstGeom prst="rect">
            <a:avLst/>
          </a:prstGeom>
          <a:noFill/>
          <a:ln>
            <a:noFill/>
          </a:ln>
        </p:spPr>
      </p:pic>
      <p:sp>
        <p:nvSpPr>
          <p:cNvPr id="246" name="Google Shape;246;g3766560ec13_1_12"/>
          <p:cNvSpPr txBox="1"/>
          <p:nvPr/>
        </p:nvSpPr>
        <p:spPr>
          <a:xfrm>
            <a:off x="8499852" y="1794275"/>
            <a:ext cx="2829300" cy="771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US" sz="2200">
                <a:solidFill>
                  <a:schemeClr val="lt1"/>
                </a:solidFill>
                <a:latin typeface="Century Gothic"/>
                <a:ea typeface="Century Gothic"/>
                <a:cs typeface="Century Gothic"/>
                <a:sym typeface="Century Gothic"/>
              </a:rPr>
              <a:t>Post Viewer Modal</a:t>
            </a:r>
            <a:endParaRPr sz="2200">
              <a:solidFill>
                <a:schemeClr val="lt1"/>
              </a:solidFill>
              <a:latin typeface="Century Gothic"/>
              <a:ea typeface="Century Gothic"/>
              <a:cs typeface="Century Gothic"/>
              <a:sym typeface="Century Gothic"/>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0" name="Shape 250"/>
        <p:cNvGrpSpPr/>
        <p:nvPr/>
      </p:nvGrpSpPr>
      <p:grpSpPr>
        <a:xfrm>
          <a:off x="0" y="0"/>
          <a:ext cx="0" cy="0"/>
          <a:chOff x="0" y="0"/>
          <a:chExt cx="0" cy="0"/>
        </a:xfrm>
      </p:grpSpPr>
      <p:sp>
        <p:nvSpPr>
          <p:cNvPr id="251" name="Google Shape;251;g376d9063060_0_12"/>
          <p:cNvSpPr txBox="1"/>
          <p:nvPr/>
        </p:nvSpPr>
        <p:spPr>
          <a:xfrm>
            <a:off x="8499852" y="1794275"/>
            <a:ext cx="2829300" cy="771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US" sz="2200">
                <a:solidFill>
                  <a:schemeClr val="lt1"/>
                </a:solidFill>
                <a:latin typeface="Century Gothic"/>
                <a:ea typeface="Century Gothic"/>
                <a:cs typeface="Century Gothic"/>
                <a:sym typeface="Century Gothic"/>
              </a:rPr>
              <a:t>Add Comment</a:t>
            </a:r>
            <a:endParaRPr sz="2200">
              <a:solidFill>
                <a:schemeClr val="lt1"/>
              </a:solidFill>
              <a:latin typeface="Century Gothic"/>
              <a:ea typeface="Century Gothic"/>
              <a:cs typeface="Century Gothic"/>
              <a:sym typeface="Century Gothic"/>
            </a:endParaRPr>
          </a:p>
        </p:txBody>
      </p:sp>
      <p:pic>
        <p:nvPicPr>
          <p:cNvPr id="252" name="Google Shape;252;g376d9063060_0_12" title="Screenshot 2025-08-21 at 13.20.38.png"/>
          <p:cNvPicPr preferRelativeResize="0"/>
          <p:nvPr/>
        </p:nvPicPr>
        <p:blipFill>
          <a:blip r:embed="rId3">
            <a:alphaModFix/>
          </a:blip>
          <a:stretch>
            <a:fillRect/>
          </a:stretch>
        </p:blipFill>
        <p:spPr>
          <a:xfrm>
            <a:off x="393579" y="2016450"/>
            <a:ext cx="4034025" cy="1995475"/>
          </a:xfrm>
          <a:prstGeom prst="rect">
            <a:avLst/>
          </a:prstGeom>
          <a:noFill/>
          <a:ln>
            <a:noFill/>
          </a:ln>
        </p:spPr>
      </p:pic>
      <p:pic>
        <p:nvPicPr>
          <p:cNvPr id="253" name="Google Shape;253;g376d9063060_0_12" title="Screenshot 2025-08-21 at 13.20.51.png"/>
          <p:cNvPicPr preferRelativeResize="0"/>
          <p:nvPr/>
        </p:nvPicPr>
        <p:blipFill>
          <a:blip r:embed="rId4">
            <a:alphaModFix/>
          </a:blip>
          <a:stretch>
            <a:fillRect/>
          </a:stretch>
        </p:blipFill>
        <p:spPr>
          <a:xfrm>
            <a:off x="4811125" y="361950"/>
            <a:ext cx="3305175" cy="613410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 name="Shape 257"/>
        <p:cNvGrpSpPr/>
        <p:nvPr/>
      </p:nvGrpSpPr>
      <p:grpSpPr>
        <a:xfrm>
          <a:off x="0" y="0"/>
          <a:ext cx="0" cy="0"/>
          <a:chOff x="0" y="0"/>
          <a:chExt cx="0" cy="0"/>
        </a:xfrm>
      </p:grpSpPr>
      <p:sp>
        <p:nvSpPr>
          <p:cNvPr id="258" name="Google Shape;258;g3766560ec13_0_0"/>
          <p:cNvSpPr txBox="1"/>
          <p:nvPr>
            <p:ph type="ctrTitle"/>
          </p:nvPr>
        </p:nvSpPr>
        <p:spPr>
          <a:xfrm>
            <a:off x="1524000" y="0"/>
            <a:ext cx="9144000" cy="1039800"/>
          </a:xfrm>
          <a:prstGeom prst="rect">
            <a:avLst/>
          </a:prstGeom>
          <a:noFill/>
          <a:ln>
            <a:noFill/>
          </a:ln>
        </p:spPr>
        <p:txBody>
          <a:bodyPr anchorCtr="0" anchor="b" bIns="45700" lIns="91425" spcFirstLastPara="1" rIns="91425" wrap="square" tIns="45700">
            <a:normAutofit/>
          </a:bodyPr>
          <a:lstStyle/>
          <a:p>
            <a:pPr indent="0" lvl="0" marL="0" rtl="0" algn="ctr">
              <a:lnSpc>
                <a:spcPct val="90000"/>
              </a:lnSpc>
              <a:spcBef>
                <a:spcPts val="0"/>
              </a:spcBef>
              <a:spcAft>
                <a:spcPts val="0"/>
              </a:spcAft>
              <a:buClr>
                <a:schemeClr val="lt1"/>
              </a:buClr>
              <a:buSzPts val="6000"/>
              <a:buFont typeface="Century Gothic"/>
              <a:buNone/>
            </a:pPr>
            <a:r>
              <a:rPr lang="en-US"/>
              <a:t>STYLING CHANGES</a:t>
            </a:r>
            <a:endParaRPr/>
          </a:p>
        </p:txBody>
      </p:sp>
      <p:pic>
        <p:nvPicPr>
          <p:cNvPr id="259" name="Google Shape;259;g3766560ec13_0_0"/>
          <p:cNvPicPr preferRelativeResize="0"/>
          <p:nvPr/>
        </p:nvPicPr>
        <p:blipFill>
          <a:blip r:embed="rId3">
            <a:alphaModFix/>
          </a:blip>
          <a:stretch>
            <a:fillRect/>
          </a:stretch>
        </p:blipFill>
        <p:spPr>
          <a:xfrm>
            <a:off x="1524000" y="1772325"/>
            <a:ext cx="4019049" cy="3935126"/>
          </a:xfrm>
          <a:prstGeom prst="rect">
            <a:avLst/>
          </a:prstGeom>
          <a:noFill/>
          <a:ln>
            <a:noFill/>
          </a:ln>
        </p:spPr>
      </p:pic>
      <p:pic>
        <p:nvPicPr>
          <p:cNvPr id="260" name="Google Shape;260;g3766560ec13_0_0" title="Screenshot 2025-08-19 at 20.24.09.png"/>
          <p:cNvPicPr preferRelativeResize="0"/>
          <p:nvPr/>
        </p:nvPicPr>
        <p:blipFill>
          <a:blip r:embed="rId4">
            <a:alphaModFix/>
          </a:blip>
          <a:stretch>
            <a:fillRect/>
          </a:stretch>
        </p:blipFill>
        <p:spPr>
          <a:xfrm>
            <a:off x="6994899" y="1511038"/>
            <a:ext cx="3800475" cy="445770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4" name="Shape 264"/>
        <p:cNvGrpSpPr/>
        <p:nvPr/>
      </p:nvGrpSpPr>
      <p:grpSpPr>
        <a:xfrm>
          <a:off x="0" y="0"/>
          <a:ext cx="0" cy="0"/>
          <a:chOff x="0" y="0"/>
          <a:chExt cx="0" cy="0"/>
        </a:xfrm>
      </p:grpSpPr>
      <p:pic>
        <p:nvPicPr>
          <p:cNvPr id="265" name="Google Shape;265;g3766560ec13_1_20" title="Screenshot 2025-08-19 at 19.02.14.png"/>
          <p:cNvPicPr preferRelativeResize="0"/>
          <p:nvPr/>
        </p:nvPicPr>
        <p:blipFill>
          <a:blip r:embed="rId3">
            <a:alphaModFix/>
          </a:blip>
          <a:stretch>
            <a:fillRect/>
          </a:stretch>
        </p:blipFill>
        <p:spPr>
          <a:xfrm>
            <a:off x="152400" y="152400"/>
            <a:ext cx="6703599" cy="3699699"/>
          </a:xfrm>
          <a:prstGeom prst="rect">
            <a:avLst/>
          </a:prstGeom>
          <a:noFill/>
          <a:ln>
            <a:noFill/>
          </a:ln>
        </p:spPr>
      </p:pic>
      <p:pic>
        <p:nvPicPr>
          <p:cNvPr id="266" name="Google Shape;266;g3766560ec13_1_20" title="Screenshot 2025-08-19 at 20.50.05.png"/>
          <p:cNvPicPr preferRelativeResize="0"/>
          <p:nvPr/>
        </p:nvPicPr>
        <p:blipFill>
          <a:blip r:embed="rId4">
            <a:alphaModFix/>
          </a:blip>
          <a:stretch>
            <a:fillRect/>
          </a:stretch>
        </p:blipFill>
        <p:spPr>
          <a:xfrm>
            <a:off x="8475825" y="152400"/>
            <a:ext cx="3553250" cy="1375800"/>
          </a:xfrm>
          <a:prstGeom prst="rect">
            <a:avLst/>
          </a:prstGeom>
          <a:noFill/>
          <a:ln>
            <a:noFill/>
          </a:ln>
        </p:spPr>
      </p:pic>
      <p:pic>
        <p:nvPicPr>
          <p:cNvPr id="267" name="Google Shape;267;g3766560ec13_1_20" title="Screenshot 2025-08-19 at 20.51.17.png"/>
          <p:cNvPicPr preferRelativeResize="0"/>
          <p:nvPr/>
        </p:nvPicPr>
        <p:blipFill>
          <a:blip r:embed="rId5">
            <a:alphaModFix/>
          </a:blip>
          <a:stretch>
            <a:fillRect/>
          </a:stretch>
        </p:blipFill>
        <p:spPr>
          <a:xfrm>
            <a:off x="-12" y="4306946"/>
            <a:ext cx="6828525" cy="2551050"/>
          </a:xfrm>
          <a:prstGeom prst="rect">
            <a:avLst/>
          </a:prstGeom>
          <a:noFill/>
          <a:ln>
            <a:noFill/>
          </a:ln>
        </p:spPr>
      </p:pic>
      <p:pic>
        <p:nvPicPr>
          <p:cNvPr id="268" name="Google Shape;268;g3766560ec13_1_20" title="Screenshot 2025-08-21 at 13.24.52.png"/>
          <p:cNvPicPr preferRelativeResize="0"/>
          <p:nvPr/>
        </p:nvPicPr>
        <p:blipFill>
          <a:blip r:embed="rId6">
            <a:alphaModFix/>
          </a:blip>
          <a:stretch>
            <a:fillRect/>
          </a:stretch>
        </p:blipFill>
        <p:spPr>
          <a:xfrm>
            <a:off x="5109336" y="2038550"/>
            <a:ext cx="6988315" cy="3699700"/>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2" name="Shape 272"/>
        <p:cNvGrpSpPr/>
        <p:nvPr/>
      </p:nvGrpSpPr>
      <p:grpSpPr>
        <a:xfrm>
          <a:off x="0" y="0"/>
          <a:ext cx="0" cy="0"/>
          <a:chOff x="0" y="0"/>
          <a:chExt cx="0" cy="0"/>
        </a:xfrm>
      </p:grpSpPr>
      <p:pic>
        <p:nvPicPr>
          <p:cNvPr id="273" name="Google Shape;273;g376d9063060_0_0" title="Screenshot 2025-08-21 at 16.22.42.png"/>
          <p:cNvPicPr preferRelativeResize="0"/>
          <p:nvPr/>
        </p:nvPicPr>
        <p:blipFill>
          <a:blip r:embed="rId3">
            <a:alphaModFix/>
          </a:blip>
          <a:stretch>
            <a:fillRect/>
          </a:stretch>
        </p:blipFill>
        <p:spPr>
          <a:xfrm>
            <a:off x="152400" y="152400"/>
            <a:ext cx="3431079" cy="6553199"/>
          </a:xfrm>
          <a:prstGeom prst="rect">
            <a:avLst/>
          </a:prstGeom>
          <a:noFill/>
          <a:ln>
            <a:noFill/>
          </a:ln>
        </p:spPr>
      </p:pic>
      <p:pic>
        <p:nvPicPr>
          <p:cNvPr id="274" name="Google Shape;274;g376d9063060_0_0" title="Screenshot 2025-08-21 at 16.22.56.png"/>
          <p:cNvPicPr preferRelativeResize="0"/>
          <p:nvPr/>
        </p:nvPicPr>
        <p:blipFill>
          <a:blip r:embed="rId4">
            <a:alphaModFix/>
          </a:blip>
          <a:stretch>
            <a:fillRect/>
          </a:stretch>
        </p:blipFill>
        <p:spPr>
          <a:xfrm>
            <a:off x="3690154" y="1885950"/>
            <a:ext cx="4124325" cy="4819650"/>
          </a:xfrm>
          <a:prstGeom prst="rect">
            <a:avLst/>
          </a:prstGeom>
          <a:noFill/>
          <a:ln>
            <a:noFill/>
          </a:ln>
        </p:spPr>
      </p:pic>
      <p:pic>
        <p:nvPicPr>
          <p:cNvPr id="275" name="Google Shape;275;g376d9063060_0_0" title="Screenshot 2025-08-21 at 16.23.03.png"/>
          <p:cNvPicPr preferRelativeResize="0"/>
          <p:nvPr/>
        </p:nvPicPr>
        <p:blipFill>
          <a:blip r:embed="rId5">
            <a:alphaModFix/>
          </a:blip>
          <a:stretch>
            <a:fillRect/>
          </a:stretch>
        </p:blipFill>
        <p:spPr>
          <a:xfrm>
            <a:off x="7978304" y="1575325"/>
            <a:ext cx="4026996" cy="5130283"/>
          </a:xfrm>
          <a:prstGeom prst="rect">
            <a:avLst/>
          </a:prstGeom>
          <a:noFill/>
          <a:ln>
            <a:noFill/>
          </a:ln>
        </p:spPr>
      </p:pic>
      <p:sp>
        <p:nvSpPr>
          <p:cNvPr id="276" name="Google Shape;276;g376d9063060_0_0"/>
          <p:cNvSpPr txBox="1"/>
          <p:nvPr>
            <p:ph type="ctrTitle"/>
          </p:nvPr>
        </p:nvSpPr>
        <p:spPr>
          <a:xfrm>
            <a:off x="3048000" y="0"/>
            <a:ext cx="9144000" cy="1039800"/>
          </a:xfrm>
          <a:prstGeom prst="rect">
            <a:avLst/>
          </a:prstGeom>
          <a:noFill/>
          <a:ln>
            <a:noFill/>
          </a:ln>
        </p:spPr>
        <p:txBody>
          <a:bodyPr anchorCtr="0" anchor="b" bIns="45700" lIns="91425" spcFirstLastPara="1" rIns="91425" wrap="square" tIns="45700">
            <a:normAutofit/>
          </a:bodyPr>
          <a:lstStyle/>
          <a:p>
            <a:pPr indent="0" lvl="0" marL="0" rtl="0" algn="ctr">
              <a:lnSpc>
                <a:spcPct val="90000"/>
              </a:lnSpc>
              <a:spcBef>
                <a:spcPts val="0"/>
              </a:spcBef>
              <a:spcAft>
                <a:spcPts val="0"/>
              </a:spcAft>
              <a:buClr>
                <a:schemeClr val="lt1"/>
              </a:buClr>
              <a:buSzPts val="6000"/>
              <a:buFont typeface="Century Gothic"/>
              <a:buNone/>
            </a:pPr>
            <a:r>
              <a:rPr lang="en-US"/>
              <a:t>Responsive Design</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0" name="Shape 280"/>
        <p:cNvGrpSpPr/>
        <p:nvPr/>
      </p:nvGrpSpPr>
      <p:grpSpPr>
        <a:xfrm>
          <a:off x="0" y="0"/>
          <a:ext cx="0" cy="0"/>
          <a:chOff x="0" y="0"/>
          <a:chExt cx="0" cy="0"/>
        </a:xfrm>
      </p:grpSpPr>
      <p:sp>
        <p:nvSpPr>
          <p:cNvPr id="281" name="Google Shape;281;p12"/>
          <p:cNvSpPr txBox="1"/>
          <p:nvPr>
            <p:ph type="ctrTitle"/>
          </p:nvPr>
        </p:nvSpPr>
        <p:spPr>
          <a:xfrm>
            <a:off x="1371600" y="1803405"/>
            <a:ext cx="9448800" cy="1825096"/>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lt1"/>
              </a:buClr>
              <a:buSzPts val="6000"/>
              <a:buFont typeface="Century Gothic"/>
              <a:buNone/>
            </a:pPr>
            <a:r>
              <a:rPr lang="en-US"/>
              <a:t>DEMONSTRATION</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5" name="Shape 285"/>
        <p:cNvGrpSpPr/>
        <p:nvPr/>
      </p:nvGrpSpPr>
      <p:grpSpPr>
        <a:xfrm>
          <a:off x="0" y="0"/>
          <a:ext cx="0" cy="0"/>
          <a:chOff x="0" y="0"/>
          <a:chExt cx="0" cy="0"/>
        </a:xfrm>
      </p:grpSpPr>
      <p:sp>
        <p:nvSpPr>
          <p:cNvPr id="286" name="Google Shape;286;p13"/>
          <p:cNvSpPr txBox="1"/>
          <p:nvPr>
            <p:ph type="ctrTitle"/>
          </p:nvPr>
        </p:nvSpPr>
        <p:spPr>
          <a:xfrm>
            <a:off x="1524000" y="0"/>
            <a:ext cx="9144000" cy="1016145"/>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lt1"/>
              </a:buClr>
              <a:buSzPts val="6000"/>
              <a:buFont typeface="Century Gothic"/>
              <a:buNone/>
            </a:pPr>
            <a:r>
              <a:rPr lang="en-US"/>
              <a:t>FUTURE DEVELOPMENTS</a:t>
            </a:r>
            <a:endParaRPr/>
          </a:p>
        </p:txBody>
      </p:sp>
      <p:sp>
        <p:nvSpPr>
          <p:cNvPr id="287" name="Google Shape;287;p13"/>
          <p:cNvSpPr txBox="1"/>
          <p:nvPr/>
        </p:nvSpPr>
        <p:spPr>
          <a:xfrm>
            <a:off x="190005" y="1016145"/>
            <a:ext cx="11827824" cy="424731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lt1"/>
                </a:solidFill>
                <a:latin typeface="Century Gothic"/>
                <a:ea typeface="Century Gothic"/>
                <a:cs typeface="Century Gothic"/>
                <a:sym typeface="Century Gothic"/>
              </a:rPr>
              <a:t>Features:</a:t>
            </a:r>
            <a:endParaRPr/>
          </a:p>
          <a:p>
            <a:pPr indent="-285750" lvl="0" marL="285750" marR="0" rtl="0" algn="l">
              <a:spcBef>
                <a:spcPts val="0"/>
              </a:spcBef>
              <a:spcAft>
                <a:spcPts val="0"/>
              </a:spcAft>
              <a:buClr>
                <a:schemeClr val="lt1"/>
              </a:buClr>
              <a:buSzPts val="1800"/>
              <a:buFont typeface="Arial"/>
              <a:buChar char="•"/>
            </a:pPr>
            <a:r>
              <a:rPr lang="en-US" sz="1800">
                <a:solidFill>
                  <a:schemeClr val="lt1"/>
                </a:solidFill>
                <a:latin typeface="Century Gothic"/>
                <a:ea typeface="Century Gothic"/>
                <a:cs typeface="Century Gothic"/>
                <a:sym typeface="Century Gothic"/>
              </a:rPr>
              <a:t>Pet profiles – multiple pets per user, follow pets individually.</a:t>
            </a:r>
            <a:endParaRPr/>
          </a:p>
          <a:p>
            <a:pPr indent="-285750" lvl="0" marL="285750" marR="0" rtl="0" algn="l">
              <a:spcBef>
                <a:spcPts val="0"/>
              </a:spcBef>
              <a:spcAft>
                <a:spcPts val="0"/>
              </a:spcAft>
              <a:buClr>
                <a:schemeClr val="lt1"/>
              </a:buClr>
              <a:buSzPts val="1800"/>
              <a:buFont typeface="Arial"/>
              <a:buChar char="•"/>
            </a:pPr>
            <a:r>
              <a:rPr lang="en-US" sz="1800">
                <a:solidFill>
                  <a:schemeClr val="lt1"/>
                </a:solidFill>
                <a:latin typeface="Century Gothic"/>
                <a:ea typeface="Century Gothic"/>
                <a:cs typeface="Century Gothic"/>
                <a:sym typeface="Century Gothic"/>
              </a:rPr>
              <a:t>Search and filters – find pets by name, breed, or location.</a:t>
            </a:r>
            <a:endParaRPr/>
          </a:p>
          <a:p>
            <a:pPr indent="-285750" lvl="0" marL="285750" marR="0" rtl="0" algn="l">
              <a:spcBef>
                <a:spcPts val="0"/>
              </a:spcBef>
              <a:spcAft>
                <a:spcPts val="0"/>
              </a:spcAft>
              <a:buClr>
                <a:schemeClr val="lt1"/>
              </a:buClr>
              <a:buSzPts val="1800"/>
              <a:buFont typeface="Arial"/>
              <a:buChar char="•"/>
            </a:pPr>
            <a:r>
              <a:rPr lang="en-US" sz="1800">
                <a:solidFill>
                  <a:schemeClr val="lt1"/>
                </a:solidFill>
                <a:latin typeface="Century Gothic"/>
                <a:ea typeface="Century Gothic"/>
                <a:cs typeface="Century Gothic"/>
                <a:sym typeface="Century Gothic"/>
              </a:rPr>
              <a:t>Recommended/trending pets - show popular pets by overall and personal data.</a:t>
            </a:r>
            <a:endParaRPr/>
          </a:p>
          <a:p>
            <a:pPr indent="-285750" lvl="0" marL="285750" marR="0" rtl="0" algn="l">
              <a:spcBef>
                <a:spcPts val="0"/>
              </a:spcBef>
              <a:spcAft>
                <a:spcPts val="0"/>
              </a:spcAft>
              <a:buClr>
                <a:schemeClr val="lt1"/>
              </a:buClr>
              <a:buSzPts val="1800"/>
              <a:buFont typeface="Arial"/>
              <a:buChar char="•"/>
            </a:pPr>
            <a:r>
              <a:rPr lang="en-US" sz="1800">
                <a:solidFill>
                  <a:schemeClr val="lt1"/>
                </a:solidFill>
                <a:latin typeface="Century Gothic"/>
                <a:ea typeface="Century Gothic"/>
                <a:cs typeface="Century Gothic"/>
                <a:sym typeface="Century Gothic"/>
              </a:rPr>
              <a:t>Hashtags – easier sharing and discovery.</a:t>
            </a:r>
            <a:endParaRPr/>
          </a:p>
          <a:p>
            <a:pPr indent="0" lvl="0" marL="0" marR="0" rtl="0" algn="l">
              <a:spcBef>
                <a:spcPts val="0"/>
              </a:spcBef>
              <a:spcAft>
                <a:spcPts val="0"/>
              </a:spcAft>
              <a:buNone/>
            </a:pPr>
            <a:r>
              <a:rPr lang="en-US" sz="1800">
                <a:solidFill>
                  <a:schemeClr val="lt1"/>
                </a:solidFill>
                <a:latin typeface="Century Gothic"/>
                <a:ea typeface="Century Gothic"/>
                <a:cs typeface="Century Gothic"/>
                <a:sym typeface="Century Gothic"/>
              </a:rPr>
              <a:t>Data:</a:t>
            </a:r>
            <a:endParaRPr/>
          </a:p>
          <a:p>
            <a:pPr indent="-285750" lvl="0" marL="285750" marR="0" rtl="0" algn="l">
              <a:spcBef>
                <a:spcPts val="0"/>
              </a:spcBef>
              <a:spcAft>
                <a:spcPts val="0"/>
              </a:spcAft>
              <a:buClr>
                <a:schemeClr val="lt1"/>
              </a:buClr>
              <a:buSzPts val="1800"/>
              <a:buFont typeface="Arial"/>
              <a:buChar char="•"/>
            </a:pPr>
            <a:r>
              <a:rPr lang="en-US" sz="1800">
                <a:solidFill>
                  <a:schemeClr val="lt1"/>
                </a:solidFill>
                <a:latin typeface="Century Gothic"/>
                <a:ea typeface="Century Gothic"/>
                <a:cs typeface="Century Gothic"/>
                <a:sym typeface="Century Gothic"/>
              </a:rPr>
              <a:t>Pagination &amp; GraphQL – scalable performance for larger datasets.</a:t>
            </a:r>
            <a:endParaRPr/>
          </a:p>
          <a:p>
            <a:pPr indent="-285750" lvl="0" marL="285750" marR="0" rtl="0" algn="l">
              <a:spcBef>
                <a:spcPts val="0"/>
              </a:spcBef>
              <a:spcAft>
                <a:spcPts val="0"/>
              </a:spcAft>
              <a:buClr>
                <a:schemeClr val="lt1"/>
              </a:buClr>
              <a:buSzPts val="1800"/>
              <a:buFont typeface="Arial"/>
              <a:buChar char="•"/>
            </a:pPr>
            <a:r>
              <a:rPr lang="en-US" sz="1800">
                <a:solidFill>
                  <a:schemeClr val="lt1"/>
                </a:solidFill>
                <a:latin typeface="Century Gothic"/>
                <a:ea typeface="Century Gothic"/>
                <a:cs typeface="Century Gothic"/>
                <a:sym typeface="Century Gothic"/>
              </a:rPr>
              <a:t>Loading icons &amp; error states – clear user feedback during fetches.</a:t>
            </a:r>
            <a:endParaRPr/>
          </a:p>
          <a:p>
            <a:pPr indent="0" lvl="0" marL="0" marR="0" rtl="0" algn="l">
              <a:spcBef>
                <a:spcPts val="0"/>
              </a:spcBef>
              <a:spcAft>
                <a:spcPts val="0"/>
              </a:spcAft>
              <a:buNone/>
            </a:pPr>
            <a:r>
              <a:rPr lang="en-US" sz="1800">
                <a:solidFill>
                  <a:schemeClr val="lt1"/>
                </a:solidFill>
                <a:latin typeface="Century Gothic"/>
                <a:ea typeface="Century Gothic"/>
                <a:cs typeface="Century Gothic"/>
                <a:sym typeface="Century Gothic"/>
              </a:rPr>
              <a:t>User Safety:</a:t>
            </a:r>
            <a:endParaRPr/>
          </a:p>
          <a:p>
            <a:pPr indent="-285750" lvl="0" marL="285750" marR="0" rtl="0" algn="l">
              <a:spcBef>
                <a:spcPts val="0"/>
              </a:spcBef>
              <a:spcAft>
                <a:spcPts val="0"/>
              </a:spcAft>
              <a:buClr>
                <a:schemeClr val="lt1"/>
              </a:buClr>
              <a:buSzPts val="1800"/>
              <a:buFont typeface="Arial"/>
              <a:buChar char="•"/>
            </a:pPr>
            <a:r>
              <a:rPr lang="en-US" sz="1800">
                <a:solidFill>
                  <a:schemeClr val="lt1"/>
                </a:solidFill>
                <a:latin typeface="Century Gothic"/>
                <a:ea typeface="Century Gothic"/>
                <a:cs typeface="Century Gothic"/>
                <a:sym typeface="Century Gothic"/>
              </a:rPr>
              <a:t>Reporting &amp; moderation tools – administrator dashboard for reviewing reports, restricting access or banning users.</a:t>
            </a:r>
            <a:endParaRPr/>
          </a:p>
          <a:p>
            <a:pPr indent="0" lvl="0" marL="0" marR="0" rtl="0" algn="l">
              <a:spcBef>
                <a:spcPts val="0"/>
              </a:spcBef>
              <a:spcAft>
                <a:spcPts val="0"/>
              </a:spcAft>
              <a:buNone/>
            </a:pPr>
            <a:r>
              <a:rPr lang="en-US" sz="1800">
                <a:solidFill>
                  <a:schemeClr val="lt1"/>
                </a:solidFill>
                <a:latin typeface="Century Gothic"/>
                <a:ea typeface="Century Gothic"/>
                <a:cs typeface="Century Gothic"/>
                <a:sym typeface="Century Gothic"/>
              </a:rPr>
              <a:t>Monetisation:</a:t>
            </a:r>
            <a:endParaRPr/>
          </a:p>
          <a:p>
            <a:pPr indent="-285750" lvl="0" marL="285750" marR="0" rtl="0" algn="l">
              <a:spcBef>
                <a:spcPts val="0"/>
              </a:spcBef>
              <a:spcAft>
                <a:spcPts val="0"/>
              </a:spcAft>
              <a:buClr>
                <a:schemeClr val="lt1"/>
              </a:buClr>
              <a:buSzPts val="1800"/>
              <a:buFont typeface="Arial"/>
              <a:buChar char="•"/>
            </a:pPr>
            <a:r>
              <a:rPr lang="en-US" sz="1800">
                <a:solidFill>
                  <a:schemeClr val="lt1"/>
                </a:solidFill>
                <a:latin typeface="Century Gothic"/>
                <a:ea typeface="Century Gothic"/>
                <a:cs typeface="Century Gothic"/>
                <a:sym typeface="Century Gothic"/>
              </a:rPr>
              <a:t>Pet adoption listings – partner with shelters to rehome pets.</a:t>
            </a:r>
            <a:endParaRPr/>
          </a:p>
          <a:p>
            <a:pPr indent="-285750" lvl="0" marL="285750" marR="0" rtl="0" algn="l">
              <a:spcBef>
                <a:spcPts val="0"/>
              </a:spcBef>
              <a:spcAft>
                <a:spcPts val="0"/>
              </a:spcAft>
              <a:buClr>
                <a:schemeClr val="lt1"/>
              </a:buClr>
              <a:buSzPts val="1800"/>
              <a:buFont typeface="Arial"/>
              <a:buChar char="•"/>
            </a:pPr>
            <a:r>
              <a:rPr lang="en-US" sz="1800">
                <a:solidFill>
                  <a:schemeClr val="lt1"/>
                </a:solidFill>
                <a:latin typeface="Century Gothic"/>
                <a:ea typeface="Century Gothic"/>
                <a:cs typeface="Century Gothic"/>
                <a:sym typeface="Century Gothic"/>
              </a:rPr>
              <a:t>Sponsored posts – partner with pet brands, charities, vets, etc.</a:t>
            </a:r>
            <a:endParaRPr/>
          </a:p>
          <a:p>
            <a:pPr indent="-285750" lvl="0" marL="285750" marR="0" rtl="0" algn="l">
              <a:spcBef>
                <a:spcPts val="0"/>
              </a:spcBef>
              <a:spcAft>
                <a:spcPts val="0"/>
              </a:spcAft>
              <a:buClr>
                <a:schemeClr val="lt1"/>
              </a:buClr>
              <a:buSzPts val="1800"/>
              <a:buFont typeface="Arial"/>
              <a:buChar char="•"/>
            </a:pPr>
            <a:r>
              <a:rPr lang="en-US" sz="1800">
                <a:solidFill>
                  <a:schemeClr val="lt1"/>
                </a:solidFill>
                <a:latin typeface="Century Gothic"/>
                <a:ea typeface="Century Gothic"/>
                <a:cs typeface="Century Gothic"/>
                <a:sym typeface="Century Gothic"/>
              </a:rPr>
              <a:t>Marketplace – buy and sell pet-related products.</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1" name="Shape 291"/>
        <p:cNvGrpSpPr/>
        <p:nvPr/>
      </p:nvGrpSpPr>
      <p:grpSpPr>
        <a:xfrm>
          <a:off x="0" y="0"/>
          <a:ext cx="0" cy="0"/>
          <a:chOff x="0" y="0"/>
          <a:chExt cx="0" cy="0"/>
        </a:xfrm>
      </p:grpSpPr>
      <p:sp>
        <p:nvSpPr>
          <p:cNvPr id="292" name="Google Shape;292;p14"/>
          <p:cNvSpPr txBox="1"/>
          <p:nvPr>
            <p:ph type="ctrTitle"/>
          </p:nvPr>
        </p:nvSpPr>
        <p:spPr>
          <a:xfrm>
            <a:off x="1371600" y="1803405"/>
            <a:ext cx="9448800" cy="1825096"/>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lt1"/>
              </a:buClr>
              <a:buSzPts val="6000"/>
              <a:buFont typeface="Century Gothic"/>
              <a:buNone/>
            </a:pPr>
            <a:r>
              <a:rPr lang="en-US"/>
              <a:t>Q&amp;A</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6" name="Shape 296"/>
        <p:cNvGrpSpPr/>
        <p:nvPr/>
      </p:nvGrpSpPr>
      <p:grpSpPr>
        <a:xfrm>
          <a:off x="0" y="0"/>
          <a:ext cx="0" cy="0"/>
          <a:chOff x="0" y="0"/>
          <a:chExt cx="0" cy="0"/>
        </a:xfrm>
      </p:grpSpPr>
      <p:sp>
        <p:nvSpPr>
          <p:cNvPr id="297" name="Google Shape;297;p15"/>
          <p:cNvSpPr txBox="1"/>
          <p:nvPr>
            <p:ph type="ctrTitle"/>
          </p:nvPr>
        </p:nvSpPr>
        <p:spPr>
          <a:xfrm>
            <a:off x="1371600" y="1803405"/>
            <a:ext cx="9448800" cy="1825096"/>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lt1"/>
              </a:buClr>
              <a:buSzPts val="6000"/>
              <a:buFont typeface="Century Gothic"/>
              <a:buNone/>
            </a:pPr>
            <a:r>
              <a:rPr lang="en-US"/>
              <a:t>THANK YOU</a:t>
            </a:r>
            <a:endParaRPr/>
          </a:p>
        </p:txBody>
      </p:sp>
      <p:sp>
        <p:nvSpPr>
          <p:cNvPr id="298" name="Google Shape;298;p15"/>
          <p:cNvSpPr txBox="1"/>
          <p:nvPr>
            <p:ph idx="1" type="subTitle"/>
          </p:nvPr>
        </p:nvSpPr>
        <p:spPr>
          <a:xfrm>
            <a:off x="1371600" y="3632201"/>
            <a:ext cx="9448800" cy="6858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lt1"/>
              </a:buClr>
              <a:buSzPts val="2000"/>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Vapor Trail">
  <a:themeElements>
    <a:clrScheme name="Vapor Trail">
      <a:dk1>
        <a:srgbClr val="000000"/>
      </a:dk1>
      <a:lt1>
        <a:srgbClr val="FFFFFF"/>
      </a:lt1>
      <a:dk2>
        <a:srgbClr val="454545"/>
      </a:dk2>
      <a:lt2>
        <a:srgbClr val="DADADA"/>
      </a:lt2>
      <a:accent1>
        <a:srgbClr val="DF2E28"/>
      </a:accent1>
      <a:accent2>
        <a:srgbClr val="FE801A"/>
      </a:accent2>
      <a:accent3>
        <a:srgbClr val="E9BF35"/>
      </a:accent3>
      <a:accent4>
        <a:srgbClr val="81BB42"/>
      </a:accent4>
      <a:accent5>
        <a:srgbClr val="32C7A9"/>
      </a:accent5>
      <a:accent6>
        <a:srgbClr val="4A9BDC"/>
      </a:accent6>
      <a:hlink>
        <a:srgbClr val="F0532B"/>
      </a:hlink>
      <a:folHlink>
        <a:srgbClr val="F38B53"/>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2024-12-12T18:51:01Z</dcterms:created>
  <dc:creator>Jason Sammon</dc:creator>
</cp:coreProperties>
</file>